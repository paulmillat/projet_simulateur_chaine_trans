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4"/>
  </p:notesMasterIdLst>
  <p:sldIdLst>
    <p:sldId id="256" r:id="rId5"/>
    <p:sldId id="257" r:id="rId6"/>
    <p:sldId id="258" r:id="rId7"/>
    <p:sldId id="272" r:id="rId8"/>
    <p:sldId id="259" r:id="rId9"/>
    <p:sldId id="260" r:id="rId10"/>
    <p:sldId id="261" r:id="rId11"/>
    <p:sldId id="262" r:id="rId12"/>
    <p:sldId id="263" r:id="rId13"/>
    <p:sldId id="264" r:id="rId14"/>
    <p:sldId id="265" r:id="rId15"/>
    <p:sldId id="274" r:id="rId16"/>
    <p:sldId id="266" r:id="rId17"/>
    <p:sldId id="267" r:id="rId18"/>
    <p:sldId id="268" r:id="rId19"/>
    <p:sldId id="269" r:id="rId20"/>
    <p:sldId id="273" r:id="rId21"/>
    <p:sldId id="270" r:id="rId22"/>
    <p:sldId id="271"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713" dt="2026-10-15T20:23:14.188"/>
    <p1510:client id="{0B76E3EE-DE15-4163-A6AB-48F83E078AFA}" v="38" vWet="41" dt="2026-10-15T15:02:43.556"/>
    <p1510:client id="{1473FB7E-0F80-6C5D-A7CF-1CF15C6722BB}" v="72" dt="2026-10-15T16:10:34.514"/>
    <p1510:client id="{2666C451-7BD7-F13F-6468-26D461013A69}" v="110" dt="2026-10-15T14:56:03.100"/>
    <p1510:client id="{A40D7D38-AE32-4E7F-9E38-5E747D10F0EF}" v="2516" dt="2026-10-15T23:08:54.782"/>
    <p1510:client id="{BD53E1D7-ECE9-B008-F164-B9D511917C73}" v="792" dt="2026-10-15T19:35:08.334"/>
    <p1510:client id="{C4B3796D-EF21-C7E6-F21C-B64BCFBFE3B2}" v="2" dt="2026-10-15T16:01:05.132"/>
    <p1510:client id="{F2B76376-E226-433A-A60A-2F16EF97A5A6}" v="617" dt="2026-10-15T22:33:48.504"/>
    <p1510:client id="{F9FCE493-E952-D734-1C0F-6BCA4D1B539F}" v="26" dt="2026-10-15T20:42:38.25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zo CECOTTI" userId="7a9f8440-795a-4c6e-8481-33ed0d0592c9" providerId="ADAL" clId="{441884E0-7187-4248-9E25-10D9D9CAAE62}"/>
    <pc:docChg chg="undo custSel modSld">
      <pc:chgData name="Enzo CECOTTI" userId="7a9f8440-795a-4c6e-8481-33ed0d0592c9" providerId="ADAL" clId="{441884E0-7187-4248-9E25-10D9D9CAAE62}" dt="2026-10-15T22:34:11.952" v="806" actId="20577"/>
      <pc:docMkLst>
        <pc:docMk/>
      </pc:docMkLst>
      <pc:sldChg chg="modSp mod">
        <pc:chgData name="Enzo CECOTTI" userId="7a9f8440-795a-4c6e-8481-33ed0d0592c9" providerId="ADAL" clId="{441884E0-7187-4248-9E25-10D9D9CAAE62}" dt="2026-10-15T14:20:14.053" v="12" actId="20577"/>
        <pc:sldMkLst>
          <pc:docMk/>
          <pc:sldMk cId="0" sldId="256"/>
        </pc:sldMkLst>
        <pc:spChg chg="mod">
          <ac:chgData name="Enzo CECOTTI" userId="7a9f8440-795a-4c6e-8481-33ed0d0592c9" providerId="ADAL" clId="{441884E0-7187-4248-9E25-10D9D9CAAE62}" dt="2026-10-15T14:20:14.053" v="12" actId="20577"/>
          <ac:spMkLst>
            <pc:docMk/>
            <pc:sldMk cId="0" sldId="256"/>
            <ac:spMk id="5" creationId="{00000000-0000-0000-0000-000000000000}"/>
          </ac:spMkLst>
        </pc:spChg>
      </pc:sldChg>
      <pc:sldChg chg="modSp">
        <pc:chgData name="Enzo CECOTTI" userId="7a9f8440-795a-4c6e-8481-33ed0d0592c9" providerId="ADAL" clId="{441884E0-7187-4248-9E25-10D9D9CAAE62}" dt="2026-10-15T21:49:14.878" v="795" actId="20577"/>
        <pc:sldMkLst>
          <pc:docMk/>
          <pc:sldMk cId="0" sldId="261"/>
        </pc:sldMkLst>
        <pc:spChg chg="mod">
          <ac:chgData name="Enzo CECOTTI" userId="7a9f8440-795a-4c6e-8481-33ed0d0592c9" providerId="ADAL" clId="{441884E0-7187-4248-9E25-10D9D9CAAE62}" dt="2026-10-15T21:49:14.878" v="795" actId="20577"/>
          <ac:spMkLst>
            <pc:docMk/>
            <pc:sldMk cId="0" sldId="261"/>
            <ac:spMk id="14" creationId="{00000000-0000-0000-0000-000000000000}"/>
          </ac:spMkLst>
        </pc:spChg>
      </pc:sldChg>
      <pc:sldChg chg="modSp mod">
        <pc:chgData name="Enzo CECOTTI" userId="7a9f8440-795a-4c6e-8481-33ed0d0592c9" providerId="ADAL" clId="{441884E0-7187-4248-9E25-10D9D9CAAE62}" dt="2026-10-15T20:22:43.821" v="265" actId="20577"/>
        <pc:sldMkLst>
          <pc:docMk/>
          <pc:sldMk cId="0" sldId="266"/>
        </pc:sldMkLst>
        <pc:spChg chg="mod">
          <ac:chgData name="Enzo CECOTTI" userId="7a9f8440-795a-4c6e-8481-33ed0d0592c9" providerId="ADAL" clId="{441884E0-7187-4248-9E25-10D9D9CAAE62}" dt="2026-10-15T20:20:52.973" v="191" actId="1076"/>
          <ac:spMkLst>
            <pc:docMk/>
            <pc:sldMk cId="0" sldId="266"/>
            <ac:spMk id="6" creationId="{00000000-0000-0000-0000-000000000000}"/>
          </ac:spMkLst>
        </pc:spChg>
        <pc:spChg chg="mod">
          <ac:chgData name="Enzo CECOTTI" userId="7a9f8440-795a-4c6e-8481-33ed0d0592c9" providerId="ADAL" clId="{441884E0-7187-4248-9E25-10D9D9CAAE62}" dt="2026-10-15T20:22:43.821" v="265" actId="20577"/>
          <ac:spMkLst>
            <pc:docMk/>
            <pc:sldMk cId="0" sldId="266"/>
            <ac:spMk id="8" creationId="{00000000-0000-0000-0000-000000000000}"/>
          </ac:spMkLst>
        </pc:spChg>
        <pc:spChg chg="mod">
          <ac:chgData name="Enzo CECOTTI" userId="7a9f8440-795a-4c6e-8481-33ed0d0592c9" providerId="ADAL" clId="{441884E0-7187-4248-9E25-10D9D9CAAE62}" dt="2026-10-15T20:14:19.296" v="14" actId="20577"/>
          <ac:spMkLst>
            <pc:docMk/>
            <pc:sldMk cId="0" sldId="266"/>
            <ac:spMk id="11" creationId="{00000000-0000-0000-0000-000000000000}"/>
          </ac:spMkLst>
        </pc:spChg>
        <pc:spChg chg="mod">
          <ac:chgData name="Enzo CECOTTI" userId="7a9f8440-795a-4c6e-8481-33ed0d0592c9" providerId="ADAL" clId="{441884E0-7187-4248-9E25-10D9D9CAAE62}" dt="2026-10-15T20:16:32.822" v="32" actId="20577"/>
          <ac:spMkLst>
            <pc:docMk/>
            <pc:sldMk cId="0" sldId="266"/>
            <ac:spMk id="14" creationId="{00000000-0000-0000-0000-000000000000}"/>
          </ac:spMkLst>
        </pc:spChg>
      </pc:sldChg>
      <pc:sldChg chg="modSp mod">
        <pc:chgData name="Enzo CECOTTI" userId="7a9f8440-795a-4c6e-8481-33ed0d0592c9" providerId="ADAL" clId="{441884E0-7187-4248-9E25-10D9D9CAAE62}" dt="2026-10-15T20:23:07.751" v="269" actId="20577"/>
        <pc:sldMkLst>
          <pc:docMk/>
          <pc:sldMk cId="0" sldId="267"/>
        </pc:sldMkLst>
        <pc:spChg chg="mod">
          <ac:chgData name="Enzo CECOTTI" userId="7a9f8440-795a-4c6e-8481-33ed0d0592c9" providerId="ADAL" clId="{441884E0-7187-4248-9E25-10D9D9CAAE62}" dt="2026-10-15T20:23:07.751" v="269" actId="20577"/>
          <ac:spMkLst>
            <pc:docMk/>
            <pc:sldMk cId="0" sldId="267"/>
            <ac:spMk id="5" creationId="{00000000-0000-0000-0000-000000000000}"/>
          </ac:spMkLst>
        </pc:spChg>
      </pc:sldChg>
      <pc:sldChg chg="addSp modSp mod">
        <pc:chgData name="Enzo CECOTTI" userId="7a9f8440-795a-4c6e-8481-33ed0d0592c9" providerId="ADAL" clId="{441884E0-7187-4248-9E25-10D9D9CAAE62}" dt="2026-10-15T21:40:07.776" v="731" actId="1076"/>
        <pc:sldMkLst>
          <pc:docMk/>
          <pc:sldMk cId="0" sldId="268"/>
        </pc:sldMkLst>
        <pc:spChg chg="mod">
          <ac:chgData name="Enzo CECOTTI" userId="7a9f8440-795a-4c6e-8481-33ed0d0592c9" providerId="ADAL" clId="{441884E0-7187-4248-9E25-10D9D9CAAE62}" dt="2026-10-15T21:39:26.162" v="714" actId="1076"/>
          <ac:spMkLst>
            <pc:docMk/>
            <pc:sldMk cId="0" sldId="268"/>
            <ac:spMk id="3" creationId="{00000000-0000-0000-0000-000000000000}"/>
          </ac:spMkLst>
        </pc:spChg>
        <pc:spChg chg="mod">
          <ac:chgData name="Enzo CECOTTI" userId="7a9f8440-795a-4c6e-8481-33ed0d0592c9" providerId="ADAL" clId="{441884E0-7187-4248-9E25-10D9D9CAAE62}" dt="2026-10-15T21:39:26.162" v="714" actId="1076"/>
          <ac:spMkLst>
            <pc:docMk/>
            <pc:sldMk cId="0" sldId="268"/>
            <ac:spMk id="4" creationId="{00000000-0000-0000-0000-000000000000}"/>
          </ac:spMkLst>
        </pc:spChg>
        <pc:spChg chg="mod">
          <ac:chgData name="Enzo CECOTTI" userId="7a9f8440-795a-4c6e-8481-33ed0d0592c9" providerId="ADAL" clId="{441884E0-7187-4248-9E25-10D9D9CAAE62}" dt="2026-10-15T21:39:26.162" v="714" actId="1076"/>
          <ac:spMkLst>
            <pc:docMk/>
            <pc:sldMk cId="0" sldId="268"/>
            <ac:spMk id="5" creationId="{00000000-0000-0000-0000-000000000000}"/>
          </ac:spMkLst>
        </pc:spChg>
        <pc:spChg chg="mod">
          <ac:chgData name="Enzo CECOTTI" userId="7a9f8440-795a-4c6e-8481-33ed0d0592c9" providerId="ADAL" clId="{441884E0-7187-4248-9E25-10D9D9CAAE62}" dt="2026-10-15T21:39:43.844" v="720" actId="1076"/>
          <ac:spMkLst>
            <pc:docMk/>
            <pc:sldMk cId="0" sldId="268"/>
            <ac:spMk id="6" creationId="{00000000-0000-0000-0000-000000000000}"/>
          </ac:spMkLst>
        </pc:spChg>
        <pc:spChg chg="mod">
          <ac:chgData name="Enzo CECOTTI" userId="7a9f8440-795a-4c6e-8481-33ed0d0592c9" providerId="ADAL" clId="{441884E0-7187-4248-9E25-10D9D9CAAE62}" dt="2026-10-15T21:34:14.068" v="644" actId="20577"/>
          <ac:spMkLst>
            <pc:docMk/>
            <pc:sldMk cId="0" sldId="268"/>
            <ac:spMk id="8" creationId="{00000000-0000-0000-0000-000000000000}"/>
          </ac:spMkLst>
        </pc:spChg>
        <pc:spChg chg="mod">
          <ac:chgData name="Enzo CECOTTI" userId="7a9f8440-795a-4c6e-8481-33ed0d0592c9" providerId="ADAL" clId="{441884E0-7187-4248-9E25-10D9D9CAAE62}" dt="2026-10-15T21:39:26.162" v="714" actId="1076"/>
          <ac:spMkLst>
            <pc:docMk/>
            <pc:sldMk cId="0" sldId="268"/>
            <ac:spMk id="9" creationId="{00000000-0000-0000-0000-000000000000}"/>
          </ac:spMkLst>
        </pc:spChg>
        <pc:spChg chg="mod">
          <ac:chgData name="Enzo CECOTTI" userId="7a9f8440-795a-4c6e-8481-33ed0d0592c9" providerId="ADAL" clId="{441884E0-7187-4248-9E25-10D9D9CAAE62}" dt="2026-10-15T21:39:26.162" v="714" actId="1076"/>
          <ac:spMkLst>
            <pc:docMk/>
            <pc:sldMk cId="0" sldId="268"/>
            <ac:spMk id="10" creationId="{00000000-0000-0000-0000-000000000000}"/>
          </ac:spMkLst>
        </pc:spChg>
        <pc:spChg chg="mod">
          <ac:chgData name="Enzo CECOTTI" userId="7a9f8440-795a-4c6e-8481-33ed0d0592c9" providerId="ADAL" clId="{441884E0-7187-4248-9E25-10D9D9CAAE62}" dt="2026-10-15T21:39:30.205" v="715" actId="1076"/>
          <ac:spMkLst>
            <pc:docMk/>
            <pc:sldMk cId="0" sldId="268"/>
            <ac:spMk id="11" creationId="{00000000-0000-0000-0000-000000000000}"/>
          </ac:spMkLst>
        </pc:spChg>
        <pc:spChg chg="add mod">
          <ac:chgData name="Enzo CECOTTI" userId="7a9f8440-795a-4c6e-8481-33ed0d0592c9" providerId="ADAL" clId="{441884E0-7187-4248-9E25-10D9D9CAAE62}" dt="2026-10-15T21:40:07.776" v="731" actId="1076"/>
          <ac:spMkLst>
            <pc:docMk/>
            <pc:sldMk cId="0" sldId="268"/>
            <ac:spMk id="18" creationId="{1C8D5AEA-32C9-5675-3AD0-6BC4B051E880}"/>
          </ac:spMkLst>
        </pc:spChg>
        <pc:spChg chg="add mod ord">
          <ac:chgData name="Enzo CECOTTI" userId="7a9f8440-795a-4c6e-8481-33ed0d0592c9" providerId="ADAL" clId="{441884E0-7187-4248-9E25-10D9D9CAAE62}" dt="2026-10-15T21:40:02.919" v="730" actId="1076"/>
          <ac:spMkLst>
            <pc:docMk/>
            <pc:sldMk cId="0" sldId="268"/>
            <ac:spMk id="21" creationId="{30DF86C1-412B-40AC-458D-0D1623E0B27E}"/>
          </ac:spMkLst>
        </pc:spChg>
        <pc:graphicFrameChg chg="add mod modGraphic">
          <ac:chgData name="Enzo CECOTTI" userId="7a9f8440-795a-4c6e-8481-33ed0d0592c9" providerId="ADAL" clId="{441884E0-7187-4248-9E25-10D9D9CAAE62}" dt="2026-10-15T21:35:16.505" v="661" actId="14100"/>
          <ac:graphicFrameMkLst>
            <pc:docMk/>
            <pc:sldMk cId="0" sldId="268"/>
            <ac:graphicFrameMk id="13" creationId="{6ABB38BA-4317-856B-18EE-75F1FF25AF2B}"/>
          </ac:graphicFrameMkLst>
        </pc:graphicFrameChg>
        <pc:graphicFrameChg chg="add mod modGraphic">
          <ac:chgData name="Enzo CECOTTI" userId="7a9f8440-795a-4c6e-8481-33ed0d0592c9" providerId="ADAL" clId="{441884E0-7187-4248-9E25-10D9D9CAAE62}" dt="2026-10-15T21:35:10.926" v="656" actId="2164"/>
          <ac:graphicFrameMkLst>
            <pc:docMk/>
            <pc:sldMk cId="0" sldId="268"/>
            <ac:graphicFrameMk id="16" creationId="{B2CDB7F2-94AD-0AAF-E627-AE4953F1EECB}"/>
          </ac:graphicFrameMkLst>
        </pc:graphicFrameChg>
        <pc:graphicFrameChg chg="add mod modGraphic">
          <ac:chgData name="Enzo CECOTTI" userId="7a9f8440-795a-4c6e-8481-33ed0d0592c9" providerId="ADAL" clId="{441884E0-7187-4248-9E25-10D9D9CAAE62}" dt="2026-10-15T21:39:33.676" v="716" actId="1076"/>
          <ac:graphicFrameMkLst>
            <pc:docMk/>
            <pc:sldMk cId="0" sldId="268"/>
            <ac:graphicFrameMk id="17" creationId="{A2FC12DE-F466-812C-5D37-589B3475267E}"/>
          </ac:graphicFrameMkLst>
        </pc:graphicFrameChg>
        <pc:graphicFrameChg chg="add mod modGraphic">
          <ac:chgData name="Enzo CECOTTI" userId="7a9f8440-795a-4c6e-8481-33ed0d0592c9" providerId="ADAL" clId="{441884E0-7187-4248-9E25-10D9D9CAAE62}" dt="2026-10-15T21:39:35.756" v="717" actId="1076"/>
          <ac:graphicFrameMkLst>
            <pc:docMk/>
            <pc:sldMk cId="0" sldId="268"/>
            <ac:graphicFrameMk id="19" creationId="{FE11AEA8-9A9B-9331-C23E-335A13BA4840}"/>
          </ac:graphicFrameMkLst>
        </pc:graphicFrameChg>
      </pc:sldChg>
      <pc:sldChg chg="addSp modSp mod">
        <pc:chgData name="Enzo CECOTTI" userId="7a9f8440-795a-4c6e-8481-33ed0d0592c9" providerId="ADAL" clId="{441884E0-7187-4248-9E25-10D9D9CAAE62}" dt="2026-10-15T22:34:11.952" v="806" actId="20577"/>
        <pc:sldMkLst>
          <pc:docMk/>
          <pc:sldMk cId="0" sldId="269"/>
        </pc:sldMkLst>
        <pc:spChg chg="mod">
          <ac:chgData name="Enzo CECOTTI" userId="7a9f8440-795a-4c6e-8481-33ed0d0592c9" providerId="ADAL" clId="{441884E0-7187-4248-9E25-10D9D9CAAE62}" dt="2026-10-15T21:48:05.019" v="786" actId="403"/>
          <ac:spMkLst>
            <pc:docMk/>
            <pc:sldMk cId="0" sldId="269"/>
            <ac:spMk id="8" creationId="{00000000-0000-0000-0000-000000000000}"/>
          </ac:spMkLst>
        </pc:spChg>
        <pc:spChg chg="mod">
          <ac:chgData name="Enzo CECOTTI" userId="7a9f8440-795a-4c6e-8481-33ed0d0592c9" providerId="ADAL" clId="{441884E0-7187-4248-9E25-10D9D9CAAE62}" dt="2026-10-15T21:46:27.292" v="767" actId="1076"/>
          <ac:spMkLst>
            <pc:docMk/>
            <pc:sldMk cId="0" sldId="269"/>
            <ac:spMk id="9" creationId="{00000000-0000-0000-0000-000000000000}"/>
          </ac:spMkLst>
        </pc:spChg>
        <pc:spChg chg="mod">
          <ac:chgData name="Enzo CECOTTI" userId="7a9f8440-795a-4c6e-8481-33ed0d0592c9" providerId="ADAL" clId="{441884E0-7187-4248-9E25-10D9D9CAAE62}" dt="2026-10-15T21:46:23.123" v="763" actId="1076"/>
          <ac:spMkLst>
            <pc:docMk/>
            <pc:sldMk cId="0" sldId="269"/>
            <ac:spMk id="10" creationId="{00000000-0000-0000-0000-000000000000}"/>
          </ac:spMkLst>
        </pc:spChg>
        <pc:spChg chg="mod">
          <ac:chgData name="Enzo CECOTTI" userId="7a9f8440-795a-4c6e-8481-33ed0d0592c9" providerId="ADAL" clId="{441884E0-7187-4248-9E25-10D9D9CAAE62}" dt="2026-10-15T22:34:11.952" v="806" actId="20577"/>
          <ac:spMkLst>
            <pc:docMk/>
            <pc:sldMk cId="0" sldId="269"/>
            <ac:spMk id="11" creationId="{00000000-0000-0000-0000-000000000000}"/>
          </ac:spMkLst>
        </pc:spChg>
        <pc:graphicFrameChg chg="add mod modGraphic">
          <ac:chgData name="Enzo CECOTTI" userId="7a9f8440-795a-4c6e-8481-33ed0d0592c9" providerId="ADAL" clId="{441884E0-7187-4248-9E25-10D9D9CAAE62}" dt="2026-10-15T21:46:16.239" v="761" actId="1076"/>
          <ac:graphicFrameMkLst>
            <pc:docMk/>
            <pc:sldMk cId="0" sldId="269"/>
            <ac:graphicFrameMk id="13" creationId="{C7F8C0D5-C82A-47F8-00DB-BEF1314F496F}"/>
          </ac:graphicFrameMkLst>
        </pc:graphicFrameChg>
      </pc:sldChg>
    </pc:docChg>
  </pc:docChgLst>
  <pc:docChgLst>
    <pc:chgData name="Yann Plougonven" userId="d259c0b77430725a" providerId="LiveId" clId="{8C898A3F-3DDB-4C5D-94DE-02E70C52A594}"/>
    <pc:docChg chg="undo custSel addSld modSld sldOrd">
      <pc:chgData name="Yann Plougonven" userId="d259c0b77430725a" providerId="LiveId" clId="{8C898A3F-3DDB-4C5D-94DE-02E70C52A594}" dt="2026-10-15T23:04:12.097" v="2486" actId="20577"/>
      <pc:docMkLst>
        <pc:docMk/>
      </pc:docMkLst>
      <pc:sldChg chg="modSp mod">
        <pc:chgData name="Yann Plougonven" userId="d259c0b77430725a" providerId="LiveId" clId="{8C898A3F-3DDB-4C5D-94DE-02E70C52A594}" dt="2026-10-15T16:30:15.033" v="989" actId="20577"/>
        <pc:sldMkLst>
          <pc:docMk/>
          <pc:sldMk cId="0" sldId="256"/>
        </pc:sldMkLst>
        <pc:spChg chg="mod">
          <ac:chgData name="Yann Plougonven" userId="d259c0b77430725a" providerId="LiveId" clId="{8C898A3F-3DDB-4C5D-94DE-02E70C52A594}" dt="2026-10-15T14:41:02.675" v="380" actId="790"/>
          <ac:spMkLst>
            <pc:docMk/>
            <pc:sldMk cId="0" sldId="256"/>
            <ac:spMk id="2" creationId="{00000000-0000-0000-0000-000000000000}"/>
          </ac:spMkLst>
        </pc:spChg>
        <pc:spChg chg="mod">
          <ac:chgData name="Yann Plougonven" userId="d259c0b77430725a" providerId="LiveId" clId="{8C898A3F-3DDB-4C5D-94DE-02E70C52A594}" dt="2026-10-15T14:41:02.675" v="380" actId="790"/>
          <ac:spMkLst>
            <pc:docMk/>
            <pc:sldMk cId="0" sldId="256"/>
            <ac:spMk id="3" creationId="{00000000-0000-0000-0000-000000000000}"/>
          </ac:spMkLst>
        </pc:spChg>
        <pc:spChg chg="mod">
          <ac:chgData name="Yann Plougonven" userId="d259c0b77430725a" providerId="LiveId" clId="{8C898A3F-3DDB-4C5D-94DE-02E70C52A594}" dt="2026-10-15T16:30:15.033" v="989" actId="20577"/>
          <ac:spMkLst>
            <pc:docMk/>
            <pc:sldMk cId="0" sldId="256"/>
            <ac:spMk id="5" creationId="{00000000-0000-0000-0000-000000000000}"/>
          </ac:spMkLst>
        </pc:spChg>
      </pc:sldChg>
      <pc:sldChg chg="addSp delSp modSp mod ord">
        <pc:chgData name="Yann Plougonven" userId="d259c0b77430725a" providerId="LiveId" clId="{8C898A3F-3DDB-4C5D-94DE-02E70C52A594}" dt="2026-10-15T17:14:20.098" v="1159" actId="20577"/>
        <pc:sldMkLst>
          <pc:docMk/>
          <pc:sldMk cId="0" sldId="257"/>
        </pc:sldMkLst>
        <pc:spChg chg="mod">
          <ac:chgData name="Yann Plougonven" userId="d259c0b77430725a" providerId="LiveId" clId="{8C898A3F-3DDB-4C5D-94DE-02E70C52A594}" dt="2026-10-15T14:41:02.675" v="380" actId="790"/>
          <ac:spMkLst>
            <pc:docMk/>
            <pc:sldMk cId="0" sldId="257"/>
            <ac:spMk id="2" creationId="{00000000-0000-0000-0000-000000000000}"/>
          </ac:spMkLst>
        </pc:spChg>
        <pc:spChg chg="mod">
          <ac:chgData name="Yann Plougonven" userId="d259c0b77430725a" providerId="LiveId" clId="{8C898A3F-3DDB-4C5D-94DE-02E70C52A594}" dt="2026-10-15T14:41:02.675" v="380" actId="790"/>
          <ac:spMkLst>
            <pc:docMk/>
            <pc:sldMk cId="0" sldId="257"/>
            <ac:spMk id="4" creationId="{00000000-0000-0000-0000-000000000000}"/>
          </ac:spMkLst>
        </pc:spChg>
        <pc:spChg chg="mod">
          <ac:chgData name="Yann Plougonven" userId="d259c0b77430725a" providerId="LiveId" clId="{8C898A3F-3DDB-4C5D-94DE-02E70C52A594}" dt="2026-10-15T14:41:02.675" v="380" actId="790"/>
          <ac:spMkLst>
            <pc:docMk/>
            <pc:sldMk cId="0" sldId="257"/>
            <ac:spMk id="5" creationId="{00000000-0000-0000-0000-000000000000}"/>
          </ac:spMkLst>
        </pc:spChg>
        <pc:spChg chg="mod">
          <ac:chgData name="Yann Plougonven" userId="d259c0b77430725a" providerId="LiveId" clId="{8C898A3F-3DDB-4C5D-94DE-02E70C52A594}" dt="2026-10-15T14:41:02.675" v="380" actId="790"/>
          <ac:spMkLst>
            <pc:docMk/>
            <pc:sldMk cId="0" sldId="257"/>
            <ac:spMk id="6" creationId="{00000000-0000-0000-0000-000000000000}"/>
          </ac:spMkLst>
        </pc:spChg>
        <pc:spChg chg="mod">
          <ac:chgData name="Yann Plougonven" userId="d259c0b77430725a" providerId="LiveId" clId="{8C898A3F-3DDB-4C5D-94DE-02E70C52A594}" dt="2026-10-15T14:41:02.675" v="380" actId="790"/>
          <ac:spMkLst>
            <pc:docMk/>
            <pc:sldMk cId="0" sldId="257"/>
            <ac:spMk id="8" creationId="{00000000-0000-0000-0000-000000000000}"/>
          </ac:spMkLst>
        </pc:spChg>
        <pc:spChg chg="mod">
          <ac:chgData name="Yann Plougonven" userId="d259c0b77430725a" providerId="LiveId" clId="{8C898A3F-3DDB-4C5D-94DE-02E70C52A594}" dt="2026-10-15T14:41:02.675" v="380" actId="790"/>
          <ac:spMkLst>
            <pc:docMk/>
            <pc:sldMk cId="0" sldId="257"/>
            <ac:spMk id="9" creationId="{00000000-0000-0000-0000-000000000000}"/>
          </ac:spMkLst>
        </pc:spChg>
        <pc:spChg chg="mod">
          <ac:chgData name="Yann Plougonven" userId="d259c0b77430725a" providerId="LiveId" clId="{8C898A3F-3DDB-4C5D-94DE-02E70C52A594}" dt="2026-10-15T14:41:02.675" v="380" actId="790"/>
          <ac:spMkLst>
            <pc:docMk/>
            <pc:sldMk cId="0" sldId="257"/>
            <ac:spMk id="12" creationId="{00000000-0000-0000-0000-000000000000}"/>
          </ac:spMkLst>
        </pc:spChg>
        <pc:spChg chg="mod">
          <ac:chgData name="Yann Plougonven" userId="d259c0b77430725a" providerId="LiveId" clId="{8C898A3F-3DDB-4C5D-94DE-02E70C52A594}" dt="2026-10-15T14:41:02.675" v="380" actId="790"/>
          <ac:spMkLst>
            <pc:docMk/>
            <pc:sldMk cId="0" sldId="257"/>
            <ac:spMk id="14" creationId="{00000000-0000-0000-0000-000000000000}"/>
          </ac:spMkLst>
        </pc:spChg>
        <pc:spChg chg="mod">
          <ac:chgData name="Yann Plougonven" userId="d259c0b77430725a" providerId="LiveId" clId="{8C898A3F-3DDB-4C5D-94DE-02E70C52A594}" dt="2026-10-15T14:41:02.675" v="380" actId="790"/>
          <ac:spMkLst>
            <pc:docMk/>
            <pc:sldMk cId="0" sldId="257"/>
            <ac:spMk id="15" creationId="{00000000-0000-0000-0000-000000000000}"/>
          </ac:spMkLst>
        </pc:spChg>
        <pc:spChg chg="mod">
          <ac:chgData name="Yann Plougonven" userId="d259c0b77430725a" providerId="LiveId" clId="{8C898A3F-3DDB-4C5D-94DE-02E70C52A594}" dt="2026-10-15T17:14:20.098" v="1159" actId="20577"/>
          <ac:spMkLst>
            <pc:docMk/>
            <pc:sldMk cId="0" sldId="257"/>
            <ac:spMk id="16" creationId="{1D23D2CD-E658-8E71-76B3-E61C179706EE}"/>
          </ac:spMkLst>
        </pc:spChg>
        <pc:spChg chg="add del mod">
          <ac:chgData name="Yann Plougonven" userId="d259c0b77430725a" providerId="LiveId" clId="{8C898A3F-3DDB-4C5D-94DE-02E70C52A594}" dt="2026-10-15T14:30:00.878" v="2"/>
          <ac:spMkLst>
            <pc:docMk/>
            <pc:sldMk cId="0" sldId="257"/>
            <ac:spMk id="17" creationId="{A642155C-9FC5-117B-9F46-2B344428A03B}"/>
          </ac:spMkLst>
        </pc:spChg>
        <pc:spChg chg="add del mod">
          <ac:chgData name="Yann Plougonven" userId="d259c0b77430725a" providerId="LiveId" clId="{8C898A3F-3DDB-4C5D-94DE-02E70C52A594}" dt="2026-10-15T14:30:02.779" v="5"/>
          <ac:spMkLst>
            <pc:docMk/>
            <pc:sldMk cId="0" sldId="257"/>
            <ac:spMk id="18" creationId="{C73D79BE-83DA-9016-CBCA-50DA0981003E}"/>
          </ac:spMkLst>
        </pc:spChg>
      </pc:sldChg>
      <pc:sldChg chg="modSp mod">
        <pc:chgData name="Yann Plougonven" userId="d259c0b77430725a" providerId="LiveId" clId="{8C898A3F-3DDB-4C5D-94DE-02E70C52A594}" dt="2026-10-15T17:14:24.069" v="1161" actId="20577"/>
        <pc:sldMkLst>
          <pc:docMk/>
          <pc:sldMk cId="0" sldId="258"/>
        </pc:sldMkLst>
        <pc:spChg chg="mod">
          <ac:chgData name="Yann Plougonven" userId="d259c0b77430725a" providerId="LiveId" clId="{8C898A3F-3DDB-4C5D-94DE-02E70C52A594}" dt="2026-10-15T14:41:02.675" v="380" actId="790"/>
          <ac:spMkLst>
            <pc:docMk/>
            <pc:sldMk cId="0" sldId="258"/>
            <ac:spMk id="3" creationId="{00000000-0000-0000-0000-000000000000}"/>
          </ac:spMkLst>
        </pc:spChg>
        <pc:spChg chg="mod">
          <ac:chgData name="Yann Plougonven" userId="d259c0b77430725a" providerId="LiveId" clId="{8C898A3F-3DDB-4C5D-94DE-02E70C52A594}" dt="2026-10-15T14:31:54.405" v="37" actId="20577"/>
          <ac:spMkLst>
            <pc:docMk/>
            <pc:sldMk cId="0" sldId="258"/>
            <ac:spMk id="4" creationId="{00000000-0000-0000-0000-000000000000}"/>
          </ac:spMkLst>
        </pc:spChg>
        <pc:spChg chg="mod">
          <ac:chgData name="Yann Plougonven" userId="d259c0b77430725a" providerId="LiveId" clId="{8C898A3F-3DDB-4C5D-94DE-02E70C52A594}" dt="2026-10-15T14:41:02.675" v="380" actId="790"/>
          <ac:spMkLst>
            <pc:docMk/>
            <pc:sldMk cId="0" sldId="258"/>
            <ac:spMk id="5" creationId="{00000000-0000-0000-0000-000000000000}"/>
          </ac:spMkLst>
        </pc:spChg>
        <pc:spChg chg="mod">
          <ac:chgData name="Yann Plougonven" userId="d259c0b77430725a" providerId="LiveId" clId="{8C898A3F-3DDB-4C5D-94DE-02E70C52A594}" dt="2026-10-15T14:41:02.675" v="380" actId="790"/>
          <ac:spMkLst>
            <pc:docMk/>
            <pc:sldMk cId="0" sldId="258"/>
            <ac:spMk id="7" creationId="{00000000-0000-0000-0000-000000000000}"/>
          </ac:spMkLst>
        </pc:spChg>
        <pc:spChg chg="mod">
          <ac:chgData name="Yann Plougonven" userId="d259c0b77430725a" providerId="LiveId" clId="{8C898A3F-3DDB-4C5D-94DE-02E70C52A594}" dt="2026-10-15T14:41:02.675" v="380" actId="790"/>
          <ac:spMkLst>
            <pc:docMk/>
            <pc:sldMk cId="0" sldId="258"/>
            <ac:spMk id="8" creationId="{00000000-0000-0000-0000-000000000000}"/>
          </ac:spMkLst>
        </pc:spChg>
        <pc:spChg chg="mod">
          <ac:chgData name="Yann Plougonven" userId="d259c0b77430725a" providerId="LiveId" clId="{8C898A3F-3DDB-4C5D-94DE-02E70C52A594}" dt="2026-10-15T14:41:02.675" v="380" actId="790"/>
          <ac:spMkLst>
            <pc:docMk/>
            <pc:sldMk cId="0" sldId="258"/>
            <ac:spMk id="9" creationId="{00000000-0000-0000-0000-000000000000}"/>
          </ac:spMkLst>
        </pc:spChg>
        <pc:spChg chg="mod">
          <ac:chgData name="Yann Plougonven" userId="d259c0b77430725a" providerId="LiveId" clId="{8C898A3F-3DDB-4C5D-94DE-02E70C52A594}" dt="2026-10-15T14:41:02.675" v="380" actId="790"/>
          <ac:spMkLst>
            <pc:docMk/>
            <pc:sldMk cId="0" sldId="258"/>
            <ac:spMk id="10" creationId="{00000000-0000-0000-0000-000000000000}"/>
          </ac:spMkLst>
        </pc:spChg>
        <pc:spChg chg="mod">
          <ac:chgData name="Yann Plougonven" userId="d259c0b77430725a" providerId="LiveId" clId="{8C898A3F-3DDB-4C5D-94DE-02E70C52A594}" dt="2026-10-15T15:04:15.621" v="383" actId="20577"/>
          <ac:spMkLst>
            <pc:docMk/>
            <pc:sldMk cId="0" sldId="258"/>
            <ac:spMk id="11" creationId="{00000000-0000-0000-0000-000000000000}"/>
          </ac:spMkLst>
        </pc:spChg>
        <pc:spChg chg="mod">
          <ac:chgData name="Yann Plougonven" userId="d259c0b77430725a" providerId="LiveId" clId="{8C898A3F-3DDB-4C5D-94DE-02E70C52A594}" dt="2026-10-15T14:41:02.675" v="380" actId="790"/>
          <ac:spMkLst>
            <pc:docMk/>
            <pc:sldMk cId="0" sldId="258"/>
            <ac:spMk id="12" creationId="{00000000-0000-0000-0000-000000000000}"/>
          </ac:spMkLst>
        </pc:spChg>
        <pc:spChg chg="mod">
          <ac:chgData name="Yann Plougonven" userId="d259c0b77430725a" providerId="LiveId" clId="{8C898A3F-3DDB-4C5D-94DE-02E70C52A594}" dt="2026-10-15T14:39:46.074" v="379" actId="20577"/>
          <ac:spMkLst>
            <pc:docMk/>
            <pc:sldMk cId="0" sldId="258"/>
            <ac:spMk id="14" creationId="{00000000-0000-0000-0000-000000000000}"/>
          </ac:spMkLst>
        </pc:spChg>
        <pc:spChg chg="mod">
          <ac:chgData name="Yann Plougonven" userId="d259c0b77430725a" providerId="LiveId" clId="{8C898A3F-3DDB-4C5D-94DE-02E70C52A594}" dt="2026-10-15T14:41:02.675" v="380" actId="790"/>
          <ac:spMkLst>
            <pc:docMk/>
            <pc:sldMk cId="0" sldId="258"/>
            <ac:spMk id="15" creationId="{00000000-0000-0000-0000-000000000000}"/>
          </ac:spMkLst>
        </pc:spChg>
        <pc:spChg chg="mod">
          <ac:chgData name="Yann Plougonven" userId="d259c0b77430725a" providerId="LiveId" clId="{8C898A3F-3DDB-4C5D-94DE-02E70C52A594}" dt="2026-10-15T17:14:24.069" v="1161" actId="20577"/>
          <ac:spMkLst>
            <pc:docMk/>
            <pc:sldMk cId="0" sldId="258"/>
            <ac:spMk id="18" creationId="{9DCC5606-BA44-DF9F-C339-4ED70F8EBDAD}"/>
          </ac:spMkLst>
        </pc:spChg>
      </pc:sldChg>
      <pc:sldChg chg="modSp mod">
        <pc:chgData name="Yann Plougonven" userId="d259c0b77430725a" providerId="LiveId" clId="{8C898A3F-3DDB-4C5D-94DE-02E70C52A594}" dt="2026-10-15T17:14:32.074" v="1165" actId="20577"/>
        <pc:sldMkLst>
          <pc:docMk/>
          <pc:sldMk cId="0" sldId="259"/>
        </pc:sldMkLst>
        <pc:spChg chg="mod">
          <ac:chgData name="Yann Plougonven" userId="d259c0b77430725a" providerId="LiveId" clId="{8C898A3F-3DDB-4C5D-94DE-02E70C52A594}" dt="2026-10-15T14:41:02.675" v="380" actId="790"/>
          <ac:spMkLst>
            <pc:docMk/>
            <pc:sldMk cId="0" sldId="259"/>
            <ac:spMk id="2" creationId="{00000000-0000-0000-0000-000000000000}"/>
          </ac:spMkLst>
        </pc:spChg>
        <pc:spChg chg="mod">
          <ac:chgData name="Yann Plougonven" userId="d259c0b77430725a" providerId="LiveId" clId="{8C898A3F-3DDB-4C5D-94DE-02E70C52A594}" dt="2026-10-15T14:41:02.675" v="380" actId="790"/>
          <ac:spMkLst>
            <pc:docMk/>
            <pc:sldMk cId="0" sldId="259"/>
            <ac:spMk id="4" creationId="{00000000-0000-0000-0000-000000000000}"/>
          </ac:spMkLst>
        </pc:spChg>
        <pc:spChg chg="mod">
          <ac:chgData name="Yann Plougonven" userId="d259c0b77430725a" providerId="LiveId" clId="{8C898A3F-3DDB-4C5D-94DE-02E70C52A594}" dt="2026-10-15T16:32:51.293" v="1037" actId="20577"/>
          <ac:spMkLst>
            <pc:docMk/>
            <pc:sldMk cId="0" sldId="259"/>
            <ac:spMk id="5" creationId="{00000000-0000-0000-0000-000000000000}"/>
          </ac:spMkLst>
        </pc:spChg>
        <pc:spChg chg="mod">
          <ac:chgData name="Yann Plougonven" userId="d259c0b77430725a" providerId="LiveId" clId="{8C898A3F-3DDB-4C5D-94DE-02E70C52A594}" dt="2026-10-15T14:41:02.675" v="380" actId="790"/>
          <ac:spMkLst>
            <pc:docMk/>
            <pc:sldMk cId="0" sldId="259"/>
            <ac:spMk id="7" creationId="{00000000-0000-0000-0000-000000000000}"/>
          </ac:spMkLst>
        </pc:spChg>
        <pc:spChg chg="mod">
          <ac:chgData name="Yann Plougonven" userId="d259c0b77430725a" providerId="LiveId" clId="{8C898A3F-3DDB-4C5D-94DE-02E70C52A594}" dt="2026-10-15T14:41:02.675" v="380" actId="790"/>
          <ac:spMkLst>
            <pc:docMk/>
            <pc:sldMk cId="0" sldId="259"/>
            <ac:spMk id="8" creationId="{00000000-0000-0000-0000-000000000000}"/>
          </ac:spMkLst>
        </pc:spChg>
        <pc:spChg chg="mod">
          <ac:chgData name="Yann Plougonven" userId="d259c0b77430725a" providerId="LiveId" clId="{8C898A3F-3DDB-4C5D-94DE-02E70C52A594}" dt="2026-10-15T14:41:02.675" v="380" actId="790"/>
          <ac:spMkLst>
            <pc:docMk/>
            <pc:sldMk cId="0" sldId="259"/>
            <ac:spMk id="11" creationId="{00000000-0000-0000-0000-000000000000}"/>
          </ac:spMkLst>
        </pc:spChg>
        <pc:spChg chg="mod">
          <ac:chgData name="Yann Plougonven" userId="d259c0b77430725a" providerId="LiveId" clId="{8C898A3F-3DDB-4C5D-94DE-02E70C52A594}" dt="2026-10-15T14:41:02.675" v="380" actId="790"/>
          <ac:spMkLst>
            <pc:docMk/>
            <pc:sldMk cId="0" sldId="259"/>
            <ac:spMk id="12" creationId="{00000000-0000-0000-0000-000000000000}"/>
          </ac:spMkLst>
        </pc:spChg>
        <pc:spChg chg="mod">
          <ac:chgData name="Yann Plougonven" userId="d259c0b77430725a" providerId="LiveId" clId="{8C898A3F-3DDB-4C5D-94DE-02E70C52A594}" dt="2026-10-15T16:33:33.229" v="1064" actId="20577"/>
          <ac:spMkLst>
            <pc:docMk/>
            <pc:sldMk cId="0" sldId="259"/>
            <ac:spMk id="14" creationId="{00000000-0000-0000-0000-000000000000}"/>
          </ac:spMkLst>
        </pc:spChg>
        <pc:spChg chg="mod">
          <ac:chgData name="Yann Plougonven" userId="d259c0b77430725a" providerId="LiveId" clId="{8C898A3F-3DDB-4C5D-94DE-02E70C52A594}" dt="2026-10-15T14:41:02.675" v="380" actId="790"/>
          <ac:spMkLst>
            <pc:docMk/>
            <pc:sldMk cId="0" sldId="259"/>
            <ac:spMk id="15" creationId="{00000000-0000-0000-0000-000000000000}"/>
          </ac:spMkLst>
        </pc:spChg>
        <pc:spChg chg="mod">
          <ac:chgData name="Yann Plougonven" userId="d259c0b77430725a" providerId="LiveId" clId="{8C898A3F-3DDB-4C5D-94DE-02E70C52A594}" dt="2026-10-15T17:14:32.074" v="1165" actId="20577"/>
          <ac:spMkLst>
            <pc:docMk/>
            <pc:sldMk cId="0" sldId="259"/>
            <ac:spMk id="17" creationId="{18820399-28A6-94C1-62E6-41BE43E803E7}"/>
          </ac:spMkLst>
        </pc:spChg>
      </pc:sldChg>
      <pc:sldChg chg="modSp mod">
        <pc:chgData name="Yann Plougonven" userId="d259c0b77430725a" providerId="LiveId" clId="{8C898A3F-3DDB-4C5D-94DE-02E70C52A594}" dt="2026-10-15T17:14:39.864" v="1167" actId="20577"/>
        <pc:sldMkLst>
          <pc:docMk/>
          <pc:sldMk cId="0" sldId="260"/>
        </pc:sldMkLst>
        <pc:spChg chg="mod">
          <ac:chgData name="Yann Plougonven" userId="d259c0b77430725a" providerId="LiveId" clId="{8C898A3F-3DDB-4C5D-94DE-02E70C52A594}" dt="2026-10-15T14:41:02.675" v="380" actId="790"/>
          <ac:spMkLst>
            <pc:docMk/>
            <pc:sldMk cId="0" sldId="260"/>
            <ac:spMk id="3" creationId="{00000000-0000-0000-0000-000000000000}"/>
          </ac:spMkLst>
        </pc:spChg>
        <pc:spChg chg="mod">
          <ac:chgData name="Yann Plougonven" userId="d259c0b77430725a" providerId="LiveId" clId="{8C898A3F-3DDB-4C5D-94DE-02E70C52A594}" dt="2026-10-15T14:41:02.675" v="380" actId="790"/>
          <ac:spMkLst>
            <pc:docMk/>
            <pc:sldMk cId="0" sldId="260"/>
            <ac:spMk id="6" creationId="{00000000-0000-0000-0000-000000000000}"/>
          </ac:spMkLst>
        </pc:spChg>
        <pc:spChg chg="mod">
          <ac:chgData name="Yann Plougonven" userId="d259c0b77430725a" providerId="LiveId" clId="{8C898A3F-3DDB-4C5D-94DE-02E70C52A594}" dt="2026-10-15T14:41:02.675" v="380" actId="790"/>
          <ac:spMkLst>
            <pc:docMk/>
            <pc:sldMk cId="0" sldId="260"/>
            <ac:spMk id="7" creationId="{00000000-0000-0000-0000-000000000000}"/>
          </ac:spMkLst>
        </pc:spChg>
        <pc:spChg chg="mod">
          <ac:chgData name="Yann Plougonven" userId="d259c0b77430725a" providerId="LiveId" clId="{8C898A3F-3DDB-4C5D-94DE-02E70C52A594}" dt="2026-10-15T16:35:13.273" v="1076" actId="20577"/>
          <ac:spMkLst>
            <pc:docMk/>
            <pc:sldMk cId="0" sldId="260"/>
            <ac:spMk id="8" creationId="{00000000-0000-0000-0000-000000000000}"/>
          </ac:spMkLst>
        </pc:spChg>
        <pc:spChg chg="mod">
          <ac:chgData name="Yann Plougonven" userId="d259c0b77430725a" providerId="LiveId" clId="{8C898A3F-3DDB-4C5D-94DE-02E70C52A594}" dt="2026-10-15T14:41:02.675" v="380" actId="790"/>
          <ac:spMkLst>
            <pc:docMk/>
            <pc:sldMk cId="0" sldId="260"/>
            <ac:spMk id="9" creationId="{00000000-0000-0000-0000-000000000000}"/>
          </ac:spMkLst>
        </pc:spChg>
        <pc:spChg chg="mod">
          <ac:chgData name="Yann Plougonven" userId="d259c0b77430725a" providerId="LiveId" clId="{8C898A3F-3DDB-4C5D-94DE-02E70C52A594}" dt="2026-10-15T14:41:02.675" v="380" actId="790"/>
          <ac:spMkLst>
            <pc:docMk/>
            <pc:sldMk cId="0" sldId="260"/>
            <ac:spMk id="10" creationId="{00000000-0000-0000-0000-000000000000}"/>
          </ac:spMkLst>
        </pc:spChg>
        <pc:spChg chg="mod">
          <ac:chgData name="Yann Plougonven" userId="d259c0b77430725a" providerId="LiveId" clId="{8C898A3F-3DDB-4C5D-94DE-02E70C52A594}" dt="2026-10-15T14:41:02.675" v="380" actId="790"/>
          <ac:spMkLst>
            <pc:docMk/>
            <pc:sldMk cId="0" sldId="260"/>
            <ac:spMk id="11" creationId="{00000000-0000-0000-0000-000000000000}"/>
          </ac:spMkLst>
        </pc:spChg>
        <pc:spChg chg="mod">
          <ac:chgData name="Yann Plougonven" userId="d259c0b77430725a" providerId="LiveId" clId="{8C898A3F-3DDB-4C5D-94DE-02E70C52A594}" dt="2026-10-15T14:41:02.675" v="380" actId="790"/>
          <ac:spMkLst>
            <pc:docMk/>
            <pc:sldMk cId="0" sldId="260"/>
            <ac:spMk id="12" creationId="{00000000-0000-0000-0000-000000000000}"/>
          </ac:spMkLst>
        </pc:spChg>
        <pc:spChg chg="mod">
          <ac:chgData name="Yann Plougonven" userId="d259c0b77430725a" providerId="LiveId" clId="{8C898A3F-3DDB-4C5D-94DE-02E70C52A594}" dt="2026-10-15T15:12:43.263" v="731" actId="20577"/>
          <ac:spMkLst>
            <pc:docMk/>
            <pc:sldMk cId="0" sldId="260"/>
            <ac:spMk id="14" creationId="{00000000-0000-0000-0000-000000000000}"/>
          </ac:spMkLst>
        </pc:spChg>
        <pc:spChg chg="mod">
          <ac:chgData name="Yann Plougonven" userId="d259c0b77430725a" providerId="LiveId" clId="{8C898A3F-3DDB-4C5D-94DE-02E70C52A594}" dt="2026-10-15T14:41:02.675" v="380" actId="790"/>
          <ac:spMkLst>
            <pc:docMk/>
            <pc:sldMk cId="0" sldId="260"/>
            <ac:spMk id="15" creationId="{00000000-0000-0000-0000-000000000000}"/>
          </ac:spMkLst>
        </pc:spChg>
        <pc:spChg chg="mod">
          <ac:chgData name="Yann Plougonven" userId="d259c0b77430725a" providerId="LiveId" clId="{8C898A3F-3DDB-4C5D-94DE-02E70C52A594}" dt="2026-10-15T17:14:39.864" v="1167" actId="20577"/>
          <ac:spMkLst>
            <pc:docMk/>
            <pc:sldMk cId="0" sldId="260"/>
            <ac:spMk id="17" creationId="{66C50558-6F6B-DADF-64DC-82DC6C44DF53}"/>
          </ac:spMkLst>
        </pc:spChg>
      </pc:sldChg>
      <pc:sldChg chg="modSp mod">
        <pc:chgData name="Yann Plougonven" userId="d259c0b77430725a" providerId="LiveId" clId="{8C898A3F-3DDB-4C5D-94DE-02E70C52A594}" dt="2026-10-15T17:14:43.945" v="1169" actId="20577"/>
        <pc:sldMkLst>
          <pc:docMk/>
          <pc:sldMk cId="0" sldId="261"/>
        </pc:sldMkLst>
        <pc:spChg chg="mod">
          <ac:chgData name="Yann Plougonven" userId="d259c0b77430725a" providerId="LiveId" clId="{8C898A3F-3DDB-4C5D-94DE-02E70C52A594}" dt="2026-10-15T14:41:02.675" v="380" actId="790"/>
          <ac:spMkLst>
            <pc:docMk/>
            <pc:sldMk cId="0" sldId="261"/>
            <ac:spMk id="3" creationId="{00000000-0000-0000-0000-000000000000}"/>
          </ac:spMkLst>
        </pc:spChg>
        <pc:spChg chg="mod">
          <ac:chgData name="Yann Plougonven" userId="d259c0b77430725a" providerId="LiveId" clId="{8C898A3F-3DDB-4C5D-94DE-02E70C52A594}" dt="2026-10-15T14:41:02.675" v="380" actId="790"/>
          <ac:spMkLst>
            <pc:docMk/>
            <pc:sldMk cId="0" sldId="261"/>
            <ac:spMk id="4" creationId="{00000000-0000-0000-0000-000000000000}"/>
          </ac:spMkLst>
        </pc:spChg>
        <pc:spChg chg="mod">
          <ac:chgData name="Yann Plougonven" userId="d259c0b77430725a" providerId="LiveId" clId="{8C898A3F-3DDB-4C5D-94DE-02E70C52A594}" dt="2026-10-15T14:41:02.675" v="380" actId="790"/>
          <ac:spMkLst>
            <pc:docMk/>
            <pc:sldMk cId="0" sldId="261"/>
            <ac:spMk id="8" creationId="{00000000-0000-0000-0000-000000000000}"/>
          </ac:spMkLst>
        </pc:spChg>
        <pc:spChg chg="mod">
          <ac:chgData name="Yann Plougonven" userId="d259c0b77430725a" providerId="LiveId" clId="{8C898A3F-3DDB-4C5D-94DE-02E70C52A594}" dt="2026-10-15T14:41:02.675" v="380" actId="790"/>
          <ac:spMkLst>
            <pc:docMk/>
            <pc:sldMk cId="0" sldId="261"/>
            <ac:spMk id="12" creationId="{00000000-0000-0000-0000-000000000000}"/>
          </ac:spMkLst>
        </pc:spChg>
        <pc:spChg chg="mod">
          <ac:chgData name="Yann Plougonven" userId="d259c0b77430725a" providerId="LiveId" clId="{8C898A3F-3DDB-4C5D-94DE-02E70C52A594}" dt="2026-10-15T14:41:02.675" v="380" actId="790"/>
          <ac:spMkLst>
            <pc:docMk/>
            <pc:sldMk cId="0" sldId="261"/>
            <ac:spMk id="13" creationId="{00000000-0000-0000-0000-000000000000}"/>
          </ac:spMkLst>
        </pc:spChg>
        <pc:spChg chg="mod">
          <ac:chgData name="Yann Plougonven" userId="d259c0b77430725a" providerId="LiveId" clId="{8C898A3F-3DDB-4C5D-94DE-02E70C52A594}" dt="2026-10-15T15:15:38.903" v="813" actId="20577"/>
          <ac:spMkLst>
            <pc:docMk/>
            <pc:sldMk cId="0" sldId="261"/>
            <ac:spMk id="14" creationId="{00000000-0000-0000-0000-000000000000}"/>
          </ac:spMkLst>
        </pc:spChg>
        <pc:spChg chg="mod">
          <ac:chgData name="Yann Plougonven" userId="d259c0b77430725a" providerId="LiveId" clId="{8C898A3F-3DDB-4C5D-94DE-02E70C52A594}" dt="2026-10-15T14:41:02.675" v="380" actId="790"/>
          <ac:spMkLst>
            <pc:docMk/>
            <pc:sldMk cId="0" sldId="261"/>
            <ac:spMk id="16" creationId="{00000000-0000-0000-0000-000000000000}"/>
          </ac:spMkLst>
        </pc:spChg>
        <pc:spChg chg="mod">
          <ac:chgData name="Yann Plougonven" userId="d259c0b77430725a" providerId="LiveId" clId="{8C898A3F-3DDB-4C5D-94DE-02E70C52A594}" dt="2026-10-15T14:41:02.675" v="380" actId="790"/>
          <ac:spMkLst>
            <pc:docMk/>
            <pc:sldMk cId="0" sldId="261"/>
            <ac:spMk id="17" creationId="{00000000-0000-0000-0000-000000000000}"/>
          </ac:spMkLst>
        </pc:spChg>
        <pc:spChg chg="mod">
          <ac:chgData name="Yann Plougonven" userId="d259c0b77430725a" providerId="LiveId" clId="{8C898A3F-3DDB-4C5D-94DE-02E70C52A594}" dt="2026-10-15T14:41:02.675" v="380" actId="790"/>
          <ac:spMkLst>
            <pc:docMk/>
            <pc:sldMk cId="0" sldId="261"/>
            <ac:spMk id="18" creationId="{00000000-0000-0000-0000-000000000000}"/>
          </ac:spMkLst>
        </pc:spChg>
        <pc:spChg chg="mod">
          <ac:chgData name="Yann Plougonven" userId="d259c0b77430725a" providerId="LiveId" clId="{8C898A3F-3DDB-4C5D-94DE-02E70C52A594}" dt="2026-10-15T17:14:43.945" v="1169" actId="20577"/>
          <ac:spMkLst>
            <pc:docMk/>
            <pc:sldMk cId="0" sldId="261"/>
            <ac:spMk id="20" creationId="{6CA2941A-C0D0-84DD-446C-5E64E855E925}"/>
          </ac:spMkLst>
        </pc:spChg>
      </pc:sldChg>
      <pc:sldChg chg="modSp mod">
        <pc:chgData name="Yann Plougonven" userId="d259c0b77430725a" providerId="LiveId" clId="{8C898A3F-3DDB-4C5D-94DE-02E70C52A594}" dt="2026-10-15T17:14:49.372" v="1171" actId="20577"/>
        <pc:sldMkLst>
          <pc:docMk/>
          <pc:sldMk cId="0" sldId="262"/>
        </pc:sldMkLst>
        <pc:spChg chg="mod">
          <ac:chgData name="Yann Plougonven" userId="d259c0b77430725a" providerId="LiveId" clId="{8C898A3F-3DDB-4C5D-94DE-02E70C52A594}" dt="2026-10-15T14:41:02.675" v="380" actId="790"/>
          <ac:spMkLst>
            <pc:docMk/>
            <pc:sldMk cId="0" sldId="262"/>
            <ac:spMk id="2" creationId="{00000000-0000-0000-0000-000000000000}"/>
          </ac:spMkLst>
        </pc:spChg>
        <pc:spChg chg="mod">
          <ac:chgData name="Yann Plougonven" userId="d259c0b77430725a" providerId="LiveId" clId="{8C898A3F-3DDB-4C5D-94DE-02E70C52A594}" dt="2026-10-15T14:41:02.675" v="380" actId="790"/>
          <ac:spMkLst>
            <pc:docMk/>
            <pc:sldMk cId="0" sldId="262"/>
            <ac:spMk id="3" creationId="{00000000-0000-0000-0000-000000000000}"/>
          </ac:spMkLst>
        </pc:spChg>
        <pc:spChg chg="mod">
          <ac:chgData name="Yann Plougonven" userId="d259c0b77430725a" providerId="LiveId" clId="{8C898A3F-3DDB-4C5D-94DE-02E70C52A594}" dt="2026-10-15T14:41:02.675" v="380" actId="790"/>
          <ac:spMkLst>
            <pc:docMk/>
            <pc:sldMk cId="0" sldId="262"/>
            <ac:spMk id="5" creationId="{00000000-0000-0000-0000-000000000000}"/>
          </ac:spMkLst>
        </pc:spChg>
        <pc:spChg chg="mod">
          <ac:chgData name="Yann Plougonven" userId="d259c0b77430725a" providerId="LiveId" clId="{8C898A3F-3DDB-4C5D-94DE-02E70C52A594}" dt="2026-10-15T14:41:02.675" v="380" actId="790"/>
          <ac:spMkLst>
            <pc:docMk/>
            <pc:sldMk cId="0" sldId="262"/>
            <ac:spMk id="6" creationId="{00000000-0000-0000-0000-000000000000}"/>
          </ac:spMkLst>
        </pc:spChg>
        <pc:spChg chg="mod">
          <ac:chgData name="Yann Plougonven" userId="d259c0b77430725a" providerId="LiveId" clId="{8C898A3F-3DDB-4C5D-94DE-02E70C52A594}" dt="2026-10-15T14:41:02.675" v="380" actId="790"/>
          <ac:spMkLst>
            <pc:docMk/>
            <pc:sldMk cId="0" sldId="262"/>
            <ac:spMk id="8" creationId="{00000000-0000-0000-0000-000000000000}"/>
          </ac:spMkLst>
        </pc:spChg>
        <pc:spChg chg="mod">
          <ac:chgData name="Yann Plougonven" userId="d259c0b77430725a" providerId="LiveId" clId="{8C898A3F-3DDB-4C5D-94DE-02E70C52A594}" dt="2026-10-15T14:41:02.675" v="380" actId="790"/>
          <ac:spMkLst>
            <pc:docMk/>
            <pc:sldMk cId="0" sldId="262"/>
            <ac:spMk id="9" creationId="{00000000-0000-0000-0000-000000000000}"/>
          </ac:spMkLst>
        </pc:spChg>
        <pc:spChg chg="mod">
          <ac:chgData name="Yann Plougonven" userId="d259c0b77430725a" providerId="LiveId" clId="{8C898A3F-3DDB-4C5D-94DE-02E70C52A594}" dt="2026-10-15T14:41:02.675" v="380" actId="790"/>
          <ac:spMkLst>
            <pc:docMk/>
            <pc:sldMk cId="0" sldId="262"/>
            <ac:spMk id="10" creationId="{00000000-0000-0000-0000-000000000000}"/>
          </ac:spMkLst>
        </pc:spChg>
        <pc:spChg chg="mod">
          <ac:chgData name="Yann Plougonven" userId="d259c0b77430725a" providerId="LiveId" clId="{8C898A3F-3DDB-4C5D-94DE-02E70C52A594}" dt="2026-10-15T14:41:02.675" v="380" actId="790"/>
          <ac:spMkLst>
            <pc:docMk/>
            <pc:sldMk cId="0" sldId="262"/>
            <ac:spMk id="11" creationId="{00000000-0000-0000-0000-000000000000}"/>
          </ac:spMkLst>
        </pc:spChg>
        <pc:spChg chg="mod">
          <ac:chgData name="Yann Plougonven" userId="d259c0b77430725a" providerId="LiveId" clId="{8C898A3F-3DDB-4C5D-94DE-02E70C52A594}" dt="2026-10-15T14:41:02.675" v="380" actId="790"/>
          <ac:spMkLst>
            <pc:docMk/>
            <pc:sldMk cId="0" sldId="262"/>
            <ac:spMk id="12" creationId="{00000000-0000-0000-0000-000000000000}"/>
          </ac:spMkLst>
        </pc:spChg>
        <pc:spChg chg="mod">
          <ac:chgData name="Yann Plougonven" userId="d259c0b77430725a" providerId="LiveId" clId="{8C898A3F-3DDB-4C5D-94DE-02E70C52A594}" dt="2026-10-15T17:14:49.372" v="1171" actId="20577"/>
          <ac:spMkLst>
            <pc:docMk/>
            <pc:sldMk cId="0" sldId="262"/>
            <ac:spMk id="14" creationId="{5B9E7AEF-2DA9-1364-1171-9724D005A90C}"/>
          </ac:spMkLst>
        </pc:spChg>
      </pc:sldChg>
      <pc:sldChg chg="addSp modSp mod">
        <pc:chgData name="Yann Plougonven" userId="d259c0b77430725a" providerId="LiveId" clId="{8C898A3F-3DDB-4C5D-94DE-02E70C52A594}" dt="2026-10-15T17:14:54.344" v="1173" actId="20577"/>
        <pc:sldMkLst>
          <pc:docMk/>
          <pc:sldMk cId="0" sldId="263"/>
        </pc:sldMkLst>
        <pc:spChg chg="mod">
          <ac:chgData name="Yann Plougonven" userId="d259c0b77430725a" providerId="LiveId" clId="{8C898A3F-3DDB-4C5D-94DE-02E70C52A594}" dt="2026-10-15T14:41:02.675" v="380" actId="790"/>
          <ac:spMkLst>
            <pc:docMk/>
            <pc:sldMk cId="0" sldId="263"/>
            <ac:spMk id="2" creationId="{00000000-0000-0000-0000-000000000000}"/>
          </ac:spMkLst>
        </pc:spChg>
        <pc:spChg chg="mod">
          <ac:chgData name="Yann Plougonven" userId="d259c0b77430725a" providerId="LiveId" clId="{8C898A3F-3DDB-4C5D-94DE-02E70C52A594}" dt="2026-10-15T14:41:02.675" v="380" actId="790"/>
          <ac:spMkLst>
            <pc:docMk/>
            <pc:sldMk cId="0" sldId="263"/>
            <ac:spMk id="3" creationId="{00000000-0000-0000-0000-000000000000}"/>
          </ac:spMkLst>
        </pc:spChg>
        <pc:spChg chg="mod">
          <ac:chgData name="Yann Plougonven" userId="d259c0b77430725a" providerId="LiveId" clId="{8C898A3F-3DDB-4C5D-94DE-02E70C52A594}" dt="2026-10-15T14:41:02.675" v="380" actId="790"/>
          <ac:spMkLst>
            <pc:docMk/>
            <pc:sldMk cId="0" sldId="263"/>
            <ac:spMk id="5" creationId="{00000000-0000-0000-0000-000000000000}"/>
          </ac:spMkLst>
        </pc:spChg>
        <pc:spChg chg="mod">
          <ac:chgData name="Yann Plougonven" userId="d259c0b77430725a" providerId="LiveId" clId="{8C898A3F-3DDB-4C5D-94DE-02E70C52A594}" dt="2026-10-15T14:41:02.675" v="380" actId="790"/>
          <ac:spMkLst>
            <pc:docMk/>
            <pc:sldMk cId="0" sldId="263"/>
            <ac:spMk id="6" creationId="{00000000-0000-0000-0000-000000000000}"/>
          </ac:spMkLst>
        </pc:spChg>
        <pc:spChg chg="mod">
          <ac:chgData name="Yann Plougonven" userId="d259c0b77430725a" providerId="LiveId" clId="{8C898A3F-3DDB-4C5D-94DE-02E70C52A594}" dt="2026-10-15T14:41:02.675" v="380" actId="790"/>
          <ac:spMkLst>
            <pc:docMk/>
            <pc:sldMk cId="0" sldId="263"/>
            <ac:spMk id="7" creationId="{00000000-0000-0000-0000-000000000000}"/>
          </ac:spMkLst>
        </pc:spChg>
        <pc:spChg chg="mod">
          <ac:chgData name="Yann Plougonven" userId="d259c0b77430725a" providerId="LiveId" clId="{8C898A3F-3DDB-4C5D-94DE-02E70C52A594}" dt="2026-10-15T15:20:26.531" v="837" actId="20577"/>
          <ac:spMkLst>
            <pc:docMk/>
            <pc:sldMk cId="0" sldId="263"/>
            <ac:spMk id="8" creationId="{00000000-0000-0000-0000-000000000000}"/>
          </ac:spMkLst>
        </pc:spChg>
        <pc:spChg chg="mod">
          <ac:chgData name="Yann Plougonven" userId="d259c0b77430725a" providerId="LiveId" clId="{8C898A3F-3DDB-4C5D-94DE-02E70C52A594}" dt="2026-10-15T14:41:02.675" v="380" actId="790"/>
          <ac:spMkLst>
            <pc:docMk/>
            <pc:sldMk cId="0" sldId="263"/>
            <ac:spMk id="9" creationId="{00000000-0000-0000-0000-000000000000}"/>
          </ac:spMkLst>
        </pc:spChg>
        <pc:spChg chg="mod">
          <ac:chgData name="Yann Plougonven" userId="d259c0b77430725a" providerId="LiveId" clId="{8C898A3F-3DDB-4C5D-94DE-02E70C52A594}" dt="2026-10-15T14:41:02.675" v="380" actId="790"/>
          <ac:spMkLst>
            <pc:docMk/>
            <pc:sldMk cId="0" sldId="263"/>
            <ac:spMk id="10" creationId="{00000000-0000-0000-0000-000000000000}"/>
          </ac:spMkLst>
        </pc:spChg>
        <pc:spChg chg="mod">
          <ac:chgData name="Yann Plougonven" userId="d259c0b77430725a" providerId="LiveId" clId="{8C898A3F-3DDB-4C5D-94DE-02E70C52A594}" dt="2026-10-15T14:41:02.675" v="380" actId="790"/>
          <ac:spMkLst>
            <pc:docMk/>
            <pc:sldMk cId="0" sldId="263"/>
            <ac:spMk id="11" creationId="{00000000-0000-0000-0000-000000000000}"/>
          </ac:spMkLst>
        </pc:spChg>
        <pc:spChg chg="mod">
          <ac:chgData name="Yann Plougonven" userId="d259c0b77430725a" providerId="LiveId" clId="{8C898A3F-3DDB-4C5D-94DE-02E70C52A594}" dt="2026-10-15T14:41:02.675" v="380" actId="790"/>
          <ac:spMkLst>
            <pc:docMk/>
            <pc:sldMk cId="0" sldId="263"/>
            <ac:spMk id="12" creationId="{00000000-0000-0000-0000-000000000000}"/>
          </ac:spMkLst>
        </pc:spChg>
        <pc:spChg chg="add mod">
          <ac:chgData name="Yann Plougonven" userId="d259c0b77430725a" providerId="LiveId" clId="{8C898A3F-3DDB-4C5D-94DE-02E70C52A594}" dt="2026-10-15T15:21:00.664" v="842" actId="207"/>
          <ac:spMkLst>
            <pc:docMk/>
            <pc:sldMk cId="0" sldId="263"/>
            <ac:spMk id="13" creationId="{DCA6849B-9AD0-7BCB-CA65-0626F9A0910A}"/>
          </ac:spMkLst>
        </pc:spChg>
        <pc:spChg chg="mod">
          <ac:chgData name="Yann Plougonven" userId="d259c0b77430725a" providerId="LiveId" clId="{8C898A3F-3DDB-4C5D-94DE-02E70C52A594}" dt="2026-10-15T17:14:54.344" v="1173" actId="20577"/>
          <ac:spMkLst>
            <pc:docMk/>
            <pc:sldMk cId="0" sldId="263"/>
            <ac:spMk id="14" creationId="{BD59E50D-59D3-07CF-E73C-C5246EEB8B56}"/>
          </ac:spMkLst>
        </pc:spChg>
        <pc:spChg chg="add mod">
          <ac:chgData name="Yann Plougonven" userId="d259c0b77430725a" providerId="LiveId" clId="{8C898A3F-3DDB-4C5D-94DE-02E70C52A594}" dt="2026-10-15T15:21:41.962" v="864" actId="1036"/>
          <ac:spMkLst>
            <pc:docMk/>
            <pc:sldMk cId="0" sldId="263"/>
            <ac:spMk id="15" creationId="{64216AFF-2B68-F3E7-FB25-8F8FAA4CE6DB}"/>
          </ac:spMkLst>
        </pc:spChg>
      </pc:sldChg>
      <pc:sldChg chg="addSp delSp modSp mod">
        <pc:chgData name="Yann Plougonven" userId="d259c0b77430725a" providerId="LiveId" clId="{8C898A3F-3DDB-4C5D-94DE-02E70C52A594}" dt="2026-10-15T21:50:28.456" v="1576" actId="1076"/>
        <pc:sldMkLst>
          <pc:docMk/>
          <pc:sldMk cId="0" sldId="264"/>
        </pc:sldMkLst>
        <pc:spChg chg="mod">
          <ac:chgData name="Yann Plougonven" userId="d259c0b77430725a" providerId="LiveId" clId="{8C898A3F-3DDB-4C5D-94DE-02E70C52A594}" dt="2026-10-15T14:41:02.675" v="380" actId="790"/>
          <ac:spMkLst>
            <pc:docMk/>
            <pc:sldMk cId="0" sldId="264"/>
            <ac:spMk id="2" creationId="{00000000-0000-0000-0000-000000000000}"/>
          </ac:spMkLst>
        </pc:spChg>
        <pc:spChg chg="mod">
          <ac:chgData name="Yann Plougonven" userId="d259c0b77430725a" providerId="LiveId" clId="{8C898A3F-3DDB-4C5D-94DE-02E70C52A594}" dt="2026-10-15T14:41:02.675" v="380" actId="790"/>
          <ac:spMkLst>
            <pc:docMk/>
            <pc:sldMk cId="0" sldId="264"/>
            <ac:spMk id="3" creationId="{00000000-0000-0000-0000-000000000000}"/>
          </ac:spMkLst>
        </pc:spChg>
        <pc:spChg chg="mod">
          <ac:chgData name="Yann Plougonven" userId="d259c0b77430725a" providerId="LiveId" clId="{8C898A3F-3DDB-4C5D-94DE-02E70C52A594}" dt="2026-10-15T14:41:02.675" v="380" actId="790"/>
          <ac:spMkLst>
            <pc:docMk/>
            <pc:sldMk cId="0" sldId="264"/>
            <ac:spMk id="5" creationId="{00000000-0000-0000-0000-000000000000}"/>
          </ac:spMkLst>
        </pc:spChg>
        <pc:spChg chg="mod">
          <ac:chgData name="Yann Plougonven" userId="d259c0b77430725a" providerId="LiveId" clId="{8C898A3F-3DDB-4C5D-94DE-02E70C52A594}" dt="2026-10-15T21:50:12.550" v="1572" actId="14100"/>
          <ac:spMkLst>
            <pc:docMk/>
            <pc:sldMk cId="0" sldId="264"/>
            <ac:spMk id="6" creationId="{00000000-0000-0000-0000-000000000000}"/>
          </ac:spMkLst>
        </pc:spChg>
        <pc:spChg chg="mod">
          <ac:chgData name="Yann Plougonven" userId="d259c0b77430725a" providerId="LiveId" clId="{8C898A3F-3DDB-4C5D-94DE-02E70C52A594}" dt="2026-10-15T14:41:02.675" v="380" actId="790"/>
          <ac:spMkLst>
            <pc:docMk/>
            <pc:sldMk cId="0" sldId="264"/>
            <ac:spMk id="7" creationId="{00000000-0000-0000-0000-000000000000}"/>
          </ac:spMkLst>
        </pc:spChg>
        <pc:spChg chg="mod">
          <ac:chgData name="Yann Plougonven" userId="d259c0b77430725a" providerId="LiveId" clId="{8C898A3F-3DDB-4C5D-94DE-02E70C52A594}" dt="2026-10-15T21:50:09.842" v="1571" actId="14100"/>
          <ac:spMkLst>
            <pc:docMk/>
            <pc:sldMk cId="0" sldId="264"/>
            <ac:spMk id="8" creationId="{00000000-0000-0000-0000-000000000000}"/>
          </ac:spMkLst>
        </pc:spChg>
        <pc:spChg chg="mod">
          <ac:chgData name="Yann Plougonven" userId="d259c0b77430725a" providerId="LiveId" clId="{8C898A3F-3DDB-4C5D-94DE-02E70C52A594}" dt="2026-10-15T21:50:25.074" v="1575" actId="1076"/>
          <ac:spMkLst>
            <pc:docMk/>
            <pc:sldMk cId="0" sldId="264"/>
            <ac:spMk id="9" creationId="{00000000-0000-0000-0000-000000000000}"/>
          </ac:spMkLst>
        </pc:spChg>
        <pc:spChg chg="mod">
          <ac:chgData name="Yann Plougonven" userId="d259c0b77430725a" providerId="LiveId" clId="{8C898A3F-3DDB-4C5D-94DE-02E70C52A594}" dt="2026-10-15T21:50:28.456" v="1576" actId="1076"/>
          <ac:spMkLst>
            <pc:docMk/>
            <pc:sldMk cId="0" sldId="264"/>
            <ac:spMk id="10" creationId="{00000000-0000-0000-0000-000000000000}"/>
          </ac:spMkLst>
        </pc:spChg>
        <pc:spChg chg="mod">
          <ac:chgData name="Yann Plougonven" userId="d259c0b77430725a" providerId="LiveId" clId="{8C898A3F-3DDB-4C5D-94DE-02E70C52A594}" dt="2026-10-15T21:50:28.456" v="1576" actId="1076"/>
          <ac:spMkLst>
            <pc:docMk/>
            <pc:sldMk cId="0" sldId="264"/>
            <ac:spMk id="11" creationId="{00000000-0000-0000-0000-000000000000}"/>
          </ac:spMkLst>
        </pc:spChg>
        <pc:spChg chg="mod">
          <ac:chgData name="Yann Plougonven" userId="d259c0b77430725a" providerId="LiveId" clId="{8C898A3F-3DDB-4C5D-94DE-02E70C52A594}" dt="2026-10-15T14:41:02.675" v="380" actId="790"/>
          <ac:spMkLst>
            <pc:docMk/>
            <pc:sldMk cId="0" sldId="264"/>
            <ac:spMk id="12" creationId="{00000000-0000-0000-0000-000000000000}"/>
          </ac:spMkLst>
        </pc:spChg>
        <pc:spChg chg="add del mod">
          <ac:chgData name="Yann Plougonven" userId="d259c0b77430725a" providerId="LiveId" clId="{8C898A3F-3DDB-4C5D-94DE-02E70C52A594}" dt="2026-10-15T16:26:18.987" v="914" actId="11529"/>
          <ac:spMkLst>
            <pc:docMk/>
            <pc:sldMk cId="0" sldId="264"/>
            <ac:spMk id="13" creationId="{0954FAE9-CE89-6542-995E-60F4FF748ACE}"/>
          </ac:spMkLst>
        </pc:spChg>
        <pc:spChg chg="mod">
          <ac:chgData name="Yann Plougonven" userId="d259c0b77430725a" providerId="LiveId" clId="{8C898A3F-3DDB-4C5D-94DE-02E70C52A594}" dt="2026-10-15T17:14:58.673" v="1175" actId="20577"/>
          <ac:spMkLst>
            <pc:docMk/>
            <pc:sldMk cId="0" sldId="264"/>
            <ac:spMk id="14" creationId="{692CEF7A-C74B-772D-9B2E-29EBA4BEC655}"/>
          </ac:spMkLst>
        </pc:spChg>
        <pc:spChg chg="add mod">
          <ac:chgData name="Yann Plougonven" userId="d259c0b77430725a" providerId="LiveId" clId="{8C898A3F-3DDB-4C5D-94DE-02E70C52A594}" dt="2026-10-15T16:26:45.419" v="917" actId="207"/>
          <ac:spMkLst>
            <pc:docMk/>
            <pc:sldMk cId="0" sldId="264"/>
            <ac:spMk id="16" creationId="{34A4BFB4-08B5-B193-5110-26D30C404599}"/>
          </ac:spMkLst>
        </pc:spChg>
        <pc:spChg chg="add mod">
          <ac:chgData name="Yann Plougonven" userId="d259c0b77430725a" providerId="LiveId" clId="{8C898A3F-3DDB-4C5D-94DE-02E70C52A594}" dt="2026-10-15T16:27:27.215" v="949" actId="1076"/>
          <ac:spMkLst>
            <pc:docMk/>
            <pc:sldMk cId="0" sldId="264"/>
            <ac:spMk id="17" creationId="{C2FEA8B9-D78F-3F33-E78C-209BDDF28834}"/>
          </ac:spMkLst>
        </pc:spChg>
      </pc:sldChg>
      <pc:sldChg chg="addSp delSp modSp mod ord">
        <pc:chgData name="Yann Plougonven" userId="d259c0b77430725a" providerId="LiveId" clId="{8C898A3F-3DDB-4C5D-94DE-02E70C52A594}" dt="2026-10-15T17:15:22.721" v="1176" actId="207"/>
        <pc:sldMkLst>
          <pc:docMk/>
          <pc:sldMk cId="0" sldId="265"/>
        </pc:sldMkLst>
        <pc:spChg chg="mod">
          <ac:chgData name="Yann Plougonven" userId="d259c0b77430725a" providerId="LiveId" clId="{8C898A3F-3DDB-4C5D-94DE-02E70C52A594}" dt="2026-10-15T14:41:02.675" v="380" actId="790"/>
          <ac:spMkLst>
            <pc:docMk/>
            <pc:sldMk cId="0" sldId="265"/>
            <ac:spMk id="2" creationId="{00000000-0000-0000-0000-000000000000}"/>
          </ac:spMkLst>
        </pc:spChg>
        <pc:spChg chg="mod">
          <ac:chgData name="Yann Plougonven" userId="d259c0b77430725a" providerId="LiveId" clId="{8C898A3F-3DDB-4C5D-94DE-02E70C52A594}" dt="2026-10-15T14:41:02.675" v="380" actId="790"/>
          <ac:spMkLst>
            <pc:docMk/>
            <pc:sldMk cId="0" sldId="265"/>
            <ac:spMk id="3" creationId="{00000000-0000-0000-0000-000000000000}"/>
          </ac:spMkLst>
        </pc:spChg>
        <pc:spChg chg="mod">
          <ac:chgData name="Yann Plougonven" userId="d259c0b77430725a" providerId="LiveId" clId="{8C898A3F-3DDB-4C5D-94DE-02E70C52A594}" dt="2026-10-15T14:41:02.675" v="380" actId="790"/>
          <ac:spMkLst>
            <pc:docMk/>
            <pc:sldMk cId="0" sldId="265"/>
            <ac:spMk id="5" creationId="{00000000-0000-0000-0000-000000000000}"/>
          </ac:spMkLst>
        </pc:spChg>
        <pc:spChg chg="mod">
          <ac:chgData name="Yann Plougonven" userId="d259c0b77430725a" providerId="LiveId" clId="{8C898A3F-3DDB-4C5D-94DE-02E70C52A594}" dt="2026-10-15T14:41:02.675" v="380" actId="790"/>
          <ac:spMkLst>
            <pc:docMk/>
            <pc:sldMk cId="0" sldId="265"/>
            <ac:spMk id="6" creationId="{00000000-0000-0000-0000-000000000000}"/>
          </ac:spMkLst>
        </pc:spChg>
        <pc:spChg chg="mod">
          <ac:chgData name="Yann Plougonven" userId="d259c0b77430725a" providerId="LiveId" clId="{8C898A3F-3DDB-4C5D-94DE-02E70C52A594}" dt="2026-10-15T14:41:02.675" v="380" actId="790"/>
          <ac:spMkLst>
            <pc:docMk/>
            <pc:sldMk cId="0" sldId="265"/>
            <ac:spMk id="7" creationId="{00000000-0000-0000-0000-000000000000}"/>
          </ac:spMkLst>
        </pc:spChg>
        <pc:spChg chg="mod">
          <ac:chgData name="Yann Plougonven" userId="d259c0b77430725a" providerId="LiveId" clId="{8C898A3F-3DDB-4C5D-94DE-02E70C52A594}" dt="2026-10-15T17:15:22.721" v="1176" actId="207"/>
          <ac:spMkLst>
            <pc:docMk/>
            <pc:sldMk cId="0" sldId="265"/>
            <ac:spMk id="8" creationId="{00000000-0000-0000-0000-000000000000}"/>
          </ac:spMkLst>
        </pc:spChg>
        <pc:spChg chg="mod">
          <ac:chgData name="Yann Plougonven" userId="d259c0b77430725a" providerId="LiveId" clId="{8C898A3F-3DDB-4C5D-94DE-02E70C52A594}" dt="2026-10-15T14:41:02.675" v="380" actId="790"/>
          <ac:spMkLst>
            <pc:docMk/>
            <pc:sldMk cId="0" sldId="265"/>
            <ac:spMk id="9" creationId="{00000000-0000-0000-0000-000000000000}"/>
          </ac:spMkLst>
        </pc:spChg>
        <pc:spChg chg="del mod">
          <ac:chgData name="Yann Plougonven" userId="d259c0b77430725a" providerId="LiveId" clId="{8C898A3F-3DDB-4C5D-94DE-02E70C52A594}" dt="2026-10-15T16:57:38.664" v="1099" actId="21"/>
          <ac:spMkLst>
            <pc:docMk/>
            <pc:sldMk cId="0" sldId="265"/>
            <ac:spMk id="11" creationId="{8C875943-15A2-A4BB-787D-89A7CF8DFCBD}"/>
          </ac:spMkLst>
        </pc:spChg>
        <pc:spChg chg="add del">
          <ac:chgData name="Yann Plougonven" userId="d259c0b77430725a" providerId="LiveId" clId="{8C898A3F-3DDB-4C5D-94DE-02E70C52A594}" dt="2026-10-15T16:31:21.121" v="1009" actId="22"/>
          <ac:spMkLst>
            <pc:docMk/>
            <pc:sldMk cId="0" sldId="265"/>
            <ac:spMk id="14" creationId="{9B99EBDD-D743-4469-A57F-8761F810147C}"/>
          </ac:spMkLst>
        </pc:spChg>
        <pc:spChg chg="add del mod">
          <ac:chgData name="Yann Plougonven" userId="d259c0b77430725a" providerId="LiveId" clId="{8C898A3F-3DDB-4C5D-94DE-02E70C52A594}" dt="2026-10-15T16:57:30.216" v="1096" actId="21"/>
          <ac:spMkLst>
            <pc:docMk/>
            <pc:sldMk cId="0" sldId="265"/>
            <ac:spMk id="16" creationId="{4B288F62-F8F5-9E54-BE4A-A134329F15B5}"/>
          </ac:spMkLst>
        </pc:spChg>
        <pc:spChg chg="add">
          <ac:chgData name="Yann Plougonven" userId="d259c0b77430725a" providerId="LiveId" clId="{8C898A3F-3DDB-4C5D-94DE-02E70C52A594}" dt="2026-10-15T16:57:39.862" v="1100" actId="22"/>
          <ac:spMkLst>
            <pc:docMk/>
            <pc:sldMk cId="0" sldId="265"/>
            <ac:spMk id="18" creationId="{FAE15243-84D2-BBD9-FE0C-E6CEC2EBBD14}"/>
          </ac:spMkLst>
        </pc:spChg>
        <pc:picChg chg="del mod">
          <ac:chgData name="Yann Plougonven" userId="d259c0b77430725a" providerId="LiveId" clId="{8C898A3F-3DDB-4C5D-94DE-02E70C52A594}" dt="2026-10-15T16:57:10.874" v="1091" actId="21"/>
          <ac:picMkLst>
            <pc:docMk/>
            <pc:sldMk cId="0" sldId="265"/>
            <ac:picMk id="10" creationId="{94A73E17-A61A-6F7F-D3A6-419A783917AC}"/>
          </ac:picMkLst>
        </pc:picChg>
      </pc:sldChg>
      <pc:sldChg chg="addSp delSp modSp mod">
        <pc:chgData name="Yann Plougonven" userId="d259c0b77430725a" providerId="LiveId" clId="{8C898A3F-3DDB-4C5D-94DE-02E70C52A594}" dt="2026-10-15T22:37:35.907" v="2325" actId="478"/>
        <pc:sldMkLst>
          <pc:docMk/>
          <pc:sldMk cId="0" sldId="266"/>
        </pc:sldMkLst>
        <pc:spChg chg="mod">
          <ac:chgData name="Yann Plougonven" userId="d259c0b77430725a" providerId="LiveId" clId="{8C898A3F-3DDB-4C5D-94DE-02E70C52A594}" dt="2026-10-15T22:35:41.069" v="2292" actId="14100"/>
          <ac:spMkLst>
            <pc:docMk/>
            <pc:sldMk cId="0" sldId="266"/>
            <ac:spMk id="3" creationId="{00000000-0000-0000-0000-000000000000}"/>
          </ac:spMkLst>
        </pc:spChg>
        <pc:spChg chg="mod">
          <ac:chgData name="Yann Plougonven" userId="d259c0b77430725a" providerId="LiveId" clId="{8C898A3F-3DDB-4C5D-94DE-02E70C52A594}" dt="2026-10-15T21:10:45.165" v="1376" actId="20577"/>
          <ac:spMkLst>
            <pc:docMk/>
            <pc:sldMk cId="0" sldId="266"/>
            <ac:spMk id="5" creationId="{00000000-0000-0000-0000-000000000000}"/>
          </ac:spMkLst>
        </pc:spChg>
        <pc:spChg chg="del">
          <ac:chgData name="Yann Plougonven" userId="d259c0b77430725a" providerId="LiveId" clId="{8C898A3F-3DDB-4C5D-94DE-02E70C52A594}" dt="2026-10-15T22:28:04.186" v="2170" actId="478"/>
          <ac:spMkLst>
            <pc:docMk/>
            <pc:sldMk cId="0" sldId="266"/>
            <ac:spMk id="6" creationId="{00000000-0000-0000-0000-000000000000}"/>
          </ac:spMkLst>
        </pc:spChg>
        <pc:spChg chg="del mod">
          <ac:chgData name="Yann Plougonven" userId="d259c0b77430725a" providerId="LiveId" clId="{8C898A3F-3DDB-4C5D-94DE-02E70C52A594}" dt="2026-10-15T22:28:13.257" v="2174" actId="478"/>
          <ac:spMkLst>
            <pc:docMk/>
            <pc:sldMk cId="0" sldId="266"/>
            <ac:spMk id="7" creationId="{00000000-0000-0000-0000-000000000000}"/>
          </ac:spMkLst>
        </pc:spChg>
        <pc:spChg chg="del mod">
          <ac:chgData name="Yann Plougonven" userId="d259c0b77430725a" providerId="LiveId" clId="{8C898A3F-3DDB-4C5D-94DE-02E70C52A594}" dt="2026-10-15T22:28:12.140" v="2173" actId="478"/>
          <ac:spMkLst>
            <pc:docMk/>
            <pc:sldMk cId="0" sldId="266"/>
            <ac:spMk id="8" creationId="{00000000-0000-0000-0000-000000000000}"/>
          </ac:spMkLst>
        </pc:spChg>
        <pc:spChg chg="mod">
          <ac:chgData name="Yann Plougonven" userId="d259c0b77430725a" providerId="LiveId" clId="{8C898A3F-3DDB-4C5D-94DE-02E70C52A594}" dt="2026-10-15T22:35:31.019" v="2282" actId="14100"/>
          <ac:spMkLst>
            <pc:docMk/>
            <pc:sldMk cId="0" sldId="266"/>
            <ac:spMk id="9" creationId="{00000000-0000-0000-0000-000000000000}"/>
          </ac:spMkLst>
        </pc:spChg>
        <pc:spChg chg="mod">
          <ac:chgData name="Yann Plougonven" userId="d259c0b77430725a" providerId="LiveId" clId="{8C898A3F-3DDB-4C5D-94DE-02E70C52A594}" dt="2026-10-15T22:33:54.519" v="2247" actId="20577"/>
          <ac:spMkLst>
            <pc:docMk/>
            <pc:sldMk cId="0" sldId="266"/>
            <ac:spMk id="10" creationId="{00000000-0000-0000-0000-000000000000}"/>
          </ac:spMkLst>
        </pc:spChg>
        <pc:spChg chg="mod">
          <ac:chgData name="Yann Plougonven" userId="d259c0b77430725a" providerId="LiveId" clId="{8C898A3F-3DDB-4C5D-94DE-02E70C52A594}" dt="2026-10-15T22:37:15.230" v="2324" actId="20577"/>
          <ac:spMkLst>
            <pc:docMk/>
            <pc:sldMk cId="0" sldId="266"/>
            <ac:spMk id="11" creationId="{00000000-0000-0000-0000-000000000000}"/>
          </ac:spMkLst>
        </pc:spChg>
        <pc:spChg chg="del mod">
          <ac:chgData name="Yann Plougonven" userId="d259c0b77430725a" providerId="LiveId" clId="{8C898A3F-3DDB-4C5D-94DE-02E70C52A594}" dt="2026-10-15T21:33:56.685" v="1440" actId="478"/>
          <ac:spMkLst>
            <pc:docMk/>
            <pc:sldMk cId="0" sldId="266"/>
            <ac:spMk id="12" creationId="{00000000-0000-0000-0000-000000000000}"/>
          </ac:spMkLst>
        </pc:spChg>
        <pc:spChg chg="del mod">
          <ac:chgData name="Yann Plougonven" userId="d259c0b77430725a" providerId="LiveId" clId="{8C898A3F-3DDB-4C5D-94DE-02E70C52A594}" dt="2026-10-15T21:33:59.235" v="1442" actId="478"/>
          <ac:spMkLst>
            <pc:docMk/>
            <pc:sldMk cId="0" sldId="266"/>
            <ac:spMk id="13" creationId="{00000000-0000-0000-0000-000000000000}"/>
          </ac:spMkLst>
        </pc:spChg>
        <pc:spChg chg="del mod">
          <ac:chgData name="Yann Plougonven" userId="d259c0b77430725a" providerId="LiveId" clId="{8C898A3F-3DDB-4C5D-94DE-02E70C52A594}" dt="2026-10-15T21:34:10.380" v="1447" actId="478"/>
          <ac:spMkLst>
            <pc:docMk/>
            <pc:sldMk cId="0" sldId="266"/>
            <ac:spMk id="14" creationId="{00000000-0000-0000-0000-000000000000}"/>
          </ac:spMkLst>
        </pc:spChg>
        <pc:spChg chg="mod">
          <ac:chgData name="Yann Plougonven" userId="d259c0b77430725a" providerId="LiveId" clId="{8C898A3F-3DDB-4C5D-94DE-02E70C52A594}" dt="2026-10-15T14:41:02.675" v="380" actId="790"/>
          <ac:spMkLst>
            <pc:docMk/>
            <pc:sldMk cId="0" sldId="266"/>
            <ac:spMk id="15" creationId="{00000000-0000-0000-0000-000000000000}"/>
          </ac:spMkLst>
        </pc:spChg>
        <pc:spChg chg="mod">
          <ac:chgData name="Yann Plougonven" userId="d259c0b77430725a" providerId="LiveId" clId="{8C898A3F-3DDB-4C5D-94DE-02E70C52A594}" dt="2026-10-15T17:13:33.815" v="1117" actId="20577"/>
          <ac:spMkLst>
            <pc:docMk/>
            <pc:sldMk cId="0" sldId="266"/>
            <ac:spMk id="17" creationId="{8DAC4528-11A3-8DF7-F221-3589A3045E57}"/>
          </ac:spMkLst>
        </pc:spChg>
        <pc:picChg chg="add mod">
          <ac:chgData name="Yann Plougonven" userId="d259c0b77430725a" providerId="LiveId" clId="{8C898A3F-3DDB-4C5D-94DE-02E70C52A594}" dt="2026-10-15T22:35:37.195" v="2291" actId="1038"/>
          <ac:picMkLst>
            <pc:docMk/>
            <pc:sldMk cId="0" sldId="266"/>
            <ac:picMk id="19" creationId="{12780A9D-124C-820D-C98A-E57939ABD7C4}"/>
          </ac:picMkLst>
        </pc:picChg>
        <pc:cxnChg chg="add mod">
          <ac:chgData name="Yann Plougonven" userId="d259c0b77430725a" providerId="LiveId" clId="{8C898A3F-3DDB-4C5D-94DE-02E70C52A594}" dt="2026-10-15T22:35:37.195" v="2291" actId="1038"/>
          <ac:cxnSpMkLst>
            <pc:docMk/>
            <pc:sldMk cId="0" sldId="266"/>
            <ac:cxnSpMk id="21" creationId="{046976E7-99D4-D442-1796-D30DDDDB29E2}"/>
          </ac:cxnSpMkLst>
        </pc:cxnChg>
        <pc:cxnChg chg="add mod">
          <ac:chgData name="Yann Plougonven" userId="d259c0b77430725a" providerId="LiveId" clId="{8C898A3F-3DDB-4C5D-94DE-02E70C52A594}" dt="2026-10-15T22:35:37.195" v="2291" actId="1038"/>
          <ac:cxnSpMkLst>
            <pc:docMk/>
            <pc:sldMk cId="0" sldId="266"/>
            <ac:cxnSpMk id="23" creationId="{C8C30F42-597C-C5A0-9F9D-5D268CE17644}"/>
          </ac:cxnSpMkLst>
        </pc:cxnChg>
        <pc:cxnChg chg="add del mod">
          <ac:chgData name="Yann Plougonven" userId="d259c0b77430725a" providerId="LiveId" clId="{8C898A3F-3DDB-4C5D-94DE-02E70C52A594}" dt="2026-10-15T22:37:35.907" v="2325" actId="478"/>
          <ac:cxnSpMkLst>
            <pc:docMk/>
            <pc:sldMk cId="0" sldId="266"/>
            <ac:cxnSpMk id="26" creationId="{0C627DFC-4832-E5A3-1291-2B93492E79F4}"/>
          </ac:cxnSpMkLst>
        </pc:cxnChg>
      </pc:sldChg>
      <pc:sldChg chg="addSp delSp modSp mod">
        <pc:chgData name="Yann Plougonven" userId="d259c0b77430725a" providerId="LiveId" clId="{8C898A3F-3DDB-4C5D-94DE-02E70C52A594}" dt="2026-10-15T23:01:59.745" v="2482" actId="20577"/>
        <pc:sldMkLst>
          <pc:docMk/>
          <pc:sldMk cId="0" sldId="267"/>
        </pc:sldMkLst>
        <pc:spChg chg="mod">
          <ac:chgData name="Yann Plougonven" userId="d259c0b77430725a" providerId="LiveId" clId="{8C898A3F-3DDB-4C5D-94DE-02E70C52A594}" dt="2026-10-15T22:17:07.354" v="1996" actId="14100"/>
          <ac:spMkLst>
            <pc:docMk/>
            <pc:sldMk cId="0" sldId="267"/>
            <ac:spMk id="3" creationId="{00000000-0000-0000-0000-000000000000}"/>
          </ac:spMkLst>
        </pc:spChg>
        <pc:spChg chg="mod">
          <ac:chgData name="Yann Plougonven" userId="d259c0b77430725a" providerId="LiveId" clId="{8C898A3F-3DDB-4C5D-94DE-02E70C52A594}" dt="2026-10-15T14:41:02.675" v="380" actId="790"/>
          <ac:spMkLst>
            <pc:docMk/>
            <pc:sldMk cId="0" sldId="267"/>
            <ac:spMk id="4" creationId="{00000000-0000-0000-0000-000000000000}"/>
          </ac:spMkLst>
        </pc:spChg>
        <pc:spChg chg="mod">
          <ac:chgData name="Yann Plougonven" userId="d259c0b77430725a" providerId="LiveId" clId="{8C898A3F-3DDB-4C5D-94DE-02E70C52A594}" dt="2026-10-15T22:13:00.276" v="1872" actId="20577"/>
          <ac:spMkLst>
            <pc:docMk/>
            <pc:sldMk cId="0" sldId="267"/>
            <ac:spMk id="5" creationId="{00000000-0000-0000-0000-000000000000}"/>
          </ac:spMkLst>
        </pc:spChg>
        <pc:spChg chg="mod">
          <ac:chgData name="Yann Plougonven" userId="d259c0b77430725a" providerId="LiveId" clId="{8C898A3F-3DDB-4C5D-94DE-02E70C52A594}" dt="2026-10-15T22:17:03.987" v="1995" actId="14100"/>
          <ac:spMkLst>
            <pc:docMk/>
            <pc:sldMk cId="0" sldId="267"/>
            <ac:spMk id="6" creationId="{00000000-0000-0000-0000-000000000000}"/>
          </ac:spMkLst>
        </pc:spChg>
        <pc:spChg chg="mod">
          <ac:chgData name="Yann Plougonven" userId="d259c0b77430725a" providerId="LiveId" clId="{8C898A3F-3DDB-4C5D-94DE-02E70C52A594}" dt="2026-10-15T14:41:02.675" v="380" actId="790"/>
          <ac:spMkLst>
            <pc:docMk/>
            <pc:sldMk cId="0" sldId="267"/>
            <ac:spMk id="7" creationId="{00000000-0000-0000-0000-000000000000}"/>
          </ac:spMkLst>
        </pc:spChg>
        <pc:spChg chg="mod">
          <ac:chgData name="Yann Plougonven" userId="d259c0b77430725a" providerId="LiveId" clId="{8C898A3F-3DDB-4C5D-94DE-02E70C52A594}" dt="2026-10-15T22:21:14.613" v="2125" actId="113"/>
          <ac:spMkLst>
            <pc:docMk/>
            <pc:sldMk cId="0" sldId="267"/>
            <ac:spMk id="8" creationId="{00000000-0000-0000-0000-000000000000}"/>
          </ac:spMkLst>
        </pc:spChg>
        <pc:spChg chg="mod">
          <ac:chgData name="Yann Plougonven" userId="d259c0b77430725a" providerId="LiveId" clId="{8C898A3F-3DDB-4C5D-94DE-02E70C52A594}" dt="2026-10-15T22:21:53.709" v="2128" actId="14100"/>
          <ac:spMkLst>
            <pc:docMk/>
            <pc:sldMk cId="0" sldId="267"/>
            <ac:spMk id="9" creationId="{00000000-0000-0000-0000-000000000000}"/>
          </ac:spMkLst>
        </pc:spChg>
        <pc:spChg chg="mod">
          <ac:chgData name="Yann Plougonven" userId="d259c0b77430725a" providerId="LiveId" clId="{8C898A3F-3DDB-4C5D-94DE-02E70C52A594}" dt="2026-10-15T22:17:33.773" v="2024" actId="1036"/>
          <ac:spMkLst>
            <pc:docMk/>
            <pc:sldMk cId="0" sldId="267"/>
            <ac:spMk id="10" creationId="{00000000-0000-0000-0000-000000000000}"/>
          </ac:spMkLst>
        </pc:spChg>
        <pc:spChg chg="mod">
          <ac:chgData name="Yann Plougonven" userId="d259c0b77430725a" providerId="LiveId" clId="{8C898A3F-3DDB-4C5D-94DE-02E70C52A594}" dt="2026-10-15T23:01:59.745" v="2482" actId="20577"/>
          <ac:spMkLst>
            <pc:docMk/>
            <pc:sldMk cId="0" sldId="267"/>
            <ac:spMk id="11" creationId="{00000000-0000-0000-0000-000000000000}"/>
          </ac:spMkLst>
        </pc:spChg>
        <pc:spChg chg="mod">
          <ac:chgData name="Yann Plougonven" userId="d259c0b77430725a" providerId="LiveId" clId="{8C898A3F-3DDB-4C5D-94DE-02E70C52A594}" dt="2026-10-15T22:19:52.932" v="2083" actId="21"/>
          <ac:spMkLst>
            <pc:docMk/>
            <pc:sldMk cId="0" sldId="267"/>
            <ac:spMk id="12" creationId="{00000000-0000-0000-0000-000000000000}"/>
          </ac:spMkLst>
        </pc:spChg>
        <pc:spChg chg="mod">
          <ac:chgData name="Yann Plougonven" userId="d259c0b77430725a" providerId="LiveId" clId="{8C898A3F-3DDB-4C5D-94DE-02E70C52A594}" dt="2026-10-15T14:41:02.675" v="380" actId="790"/>
          <ac:spMkLst>
            <pc:docMk/>
            <pc:sldMk cId="0" sldId="267"/>
            <ac:spMk id="13" creationId="{00000000-0000-0000-0000-000000000000}"/>
          </ac:spMkLst>
        </pc:spChg>
        <pc:spChg chg="mod">
          <ac:chgData name="Yann Plougonven" userId="d259c0b77430725a" providerId="LiveId" clId="{8C898A3F-3DDB-4C5D-94DE-02E70C52A594}" dt="2026-10-15T17:13:39.094" v="1121" actId="20577"/>
          <ac:spMkLst>
            <pc:docMk/>
            <pc:sldMk cId="0" sldId="267"/>
            <ac:spMk id="15" creationId="{3F4D4139-E9AD-4E99-2B16-41720B16DD57}"/>
          </ac:spMkLst>
        </pc:spChg>
        <pc:picChg chg="add del mod">
          <ac:chgData name="Yann Plougonven" userId="d259c0b77430725a" providerId="LiveId" clId="{8C898A3F-3DDB-4C5D-94DE-02E70C52A594}" dt="2026-10-15T22:22:27.037" v="2137" actId="478"/>
          <ac:picMkLst>
            <pc:docMk/>
            <pc:sldMk cId="0" sldId="267"/>
            <ac:picMk id="17" creationId="{EABFCB24-65AE-17CF-7B10-3046D67CB6BD}"/>
          </ac:picMkLst>
        </pc:picChg>
        <pc:picChg chg="add mod">
          <ac:chgData name="Yann Plougonven" userId="d259c0b77430725a" providerId="LiveId" clId="{8C898A3F-3DDB-4C5D-94DE-02E70C52A594}" dt="2026-10-15T22:23:17.940" v="2158" actId="1076"/>
          <ac:picMkLst>
            <pc:docMk/>
            <pc:sldMk cId="0" sldId="267"/>
            <ac:picMk id="18" creationId="{88C28EA0-1469-B37C-9D35-1FDBFE09F838}"/>
          </ac:picMkLst>
        </pc:picChg>
        <pc:cxnChg chg="add mod">
          <ac:chgData name="Yann Plougonven" userId="d259c0b77430725a" providerId="LiveId" clId="{8C898A3F-3DDB-4C5D-94DE-02E70C52A594}" dt="2026-10-15T22:23:30.555" v="2161" actId="14100"/>
          <ac:cxnSpMkLst>
            <pc:docMk/>
            <pc:sldMk cId="0" sldId="267"/>
            <ac:cxnSpMk id="19" creationId="{6EEC6926-5304-AEA9-89A8-20D9980D3A94}"/>
          </ac:cxnSpMkLst>
        </pc:cxnChg>
        <pc:cxnChg chg="add mod">
          <ac:chgData name="Yann Plougonven" userId="d259c0b77430725a" providerId="LiveId" clId="{8C898A3F-3DDB-4C5D-94DE-02E70C52A594}" dt="2026-10-15T22:23:42.563" v="2164" actId="14100"/>
          <ac:cxnSpMkLst>
            <pc:docMk/>
            <pc:sldMk cId="0" sldId="267"/>
            <ac:cxnSpMk id="20" creationId="{CF8377FD-CFF3-C6F1-5687-DA12D13752FE}"/>
          </ac:cxnSpMkLst>
        </pc:cxnChg>
        <pc:cxnChg chg="add mod">
          <ac:chgData name="Yann Plougonven" userId="d259c0b77430725a" providerId="LiveId" clId="{8C898A3F-3DDB-4C5D-94DE-02E70C52A594}" dt="2026-10-15T22:23:50.317" v="2167" actId="14100"/>
          <ac:cxnSpMkLst>
            <pc:docMk/>
            <pc:sldMk cId="0" sldId="267"/>
            <ac:cxnSpMk id="21" creationId="{90CAD688-7F5A-B99B-34A5-7F233D726BB2}"/>
          </ac:cxnSpMkLst>
        </pc:cxnChg>
      </pc:sldChg>
      <pc:sldChg chg="modSp mod">
        <pc:chgData name="Yann Plougonven" userId="d259c0b77430725a" providerId="LiveId" clId="{8C898A3F-3DDB-4C5D-94DE-02E70C52A594}" dt="2026-10-15T23:04:12.097" v="2486" actId="20577"/>
        <pc:sldMkLst>
          <pc:docMk/>
          <pc:sldMk cId="0" sldId="268"/>
        </pc:sldMkLst>
        <pc:spChg chg="mod">
          <ac:chgData name="Yann Plougonven" userId="d259c0b77430725a" providerId="LiveId" clId="{8C898A3F-3DDB-4C5D-94DE-02E70C52A594}" dt="2026-10-15T14:41:02.675" v="380" actId="790"/>
          <ac:spMkLst>
            <pc:docMk/>
            <pc:sldMk cId="0" sldId="268"/>
            <ac:spMk id="2" creationId="{00000000-0000-0000-0000-000000000000}"/>
          </ac:spMkLst>
        </pc:spChg>
        <pc:spChg chg="mod">
          <ac:chgData name="Yann Plougonven" userId="d259c0b77430725a" providerId="LiveId" clId="{8C898A3F-3DDB-4C5D-94DE-02E70C52A594}" dt="2026-10-15T14:41:02.675" v="380" actId="790"/>
          <ac:spMkLst>
            <pc:docMk/>
            <pc:sldMk cId="0" sldId="268"/>
            <ac:spMk id="3" creationId="{00000000-0000-0000-0000-000000000000}"/>
          </ac:spMkLst>
        </pc:spChg>
        <pc:spChg chg="mod">
          <ac:chgData name="Yann Plougonven" userId="d259c0b77430725a" providerId="LiveId" clId="{8C898A3F-3DDB-4C5D-94DE-02E70C52A594}" dt="2026-10-15T14:41:02.675" v="380" actId="790"/>
          <ac:spMkLst>
            <pc:docMk/>
            <pc:sldMk cId="0" sldId="268"/>
            <ac:spMk id="4" creationId="{00000000-0000-0000-0000-000000000000}"/>
          </ac:spMkLst>
        </pc:spChg>
        <pc:spChg chg="mod">
          <ac:chgData name="Yann Plougonven" userId="d259c0b77430725a" providerId="LiveId" clId="{8C898A3F-3DDB-4C5D-94DE-02E70C52A594}" dt="2026-10-15T23:04:12.097" v="2486" actId="20577"/>
          <ac:spMkLst>
            <pc:docMk/>
            <pc:sldMk cId="0" sldId="268"/>
            <ac:spMk id="5" creationId="{00000000-0000-0000-0000-000000000000}"/>
          </ac:spMkLst>
        </pc:spChg>
        <pc:spChg chg="mod">
          <ac:chgData name="Yann Plougonven" userId="d259c0b77430725a" providerId="LiveId" clId="{8C898A3F-3DDB-4C5D-94DE-02E70C52A594}" dt="2026-10-15T22:43:04.112" v="2327" actId="20577"/>
          <ac:spMkLst>
            <pc:docMk/>
            <pc:sldMk cId="0" sldId="268"/>
            <ac:spMk id="7" creationId="{00000000-0000-0000-0000-000000000000}"/>
          </ac:spMkLst>
        </pc:spChg>
        <pc:spChg chg="mod">
          <ac:chgData name="Yann Plougonven" userId="d259c0b77430725a" providerId="LiveId" clId="{8C898A3F-3DDB-4C5D-94DE-02E70C52A594}" dt="2026-10-15T22:49:06.755" v="2339" actId="20577"/>
          <ac:spMkLst>
            <pc:docMk/>
            <pc:sldMk cId="0" sldId="268"/>
            <ac:spMk id="8" creationId="{00000000-0000-0000-0000-000000000000}"/>
          </ac:spMkLst>
        </pc:spChg>
        <pc:spChg chg="mod">
          <ac:chgData name="Yann Plougonven" userId="d259c0b77430725a" providerId="LiveId" clId="{8C898A3F-3DDB-4C5D-94DE-02E70C52A594}" dt="2026-10-15T14:41:02.675" v="380" actId="790"/>
          <ac:spMkLst>
            <pc:docMk/>
            <pc:sldMk cId="0" sldId="268"/>
            <ac:spMk id="9" creationId="{00000000-0000-0000-0000-000000000000}"/>
          </ac:spMkLst>
        </pc:spChg>
        <pc:spChg chg="mod">
          <ac:chgData name="Yann Plougonven" userId="d259c0b77430725a" providerId="LiveId" clId="{8C898A3F-3DDB-4C5D-94DE-02E70C52A594}" dt="2026-10-15T14:41:02.675" v="380" actId="790"/>
          <ac:spMkLst>
            <pc:docMk/>
            <pc:sldMk cId="0" sldId="268"/>
            <ac:spMk id="10" creationId="{00000000-0000-0000-0000-000000000000}"/>
          </ac:spMkLst>
        </pc:spChg>
        <pc:spChg chg="mod">
          <ac:chgData name="Yann Plougonven" userId="d259c0b77430725a" providerId="LiveId" clId="{8C898A3F-3DDB-4C5D-94DE-02E70C52A594}" dt="2026-10-15T14:41:02.675" v="380" actId="790"/>
          <ac:spMkLst>
            <pc:docMk/>
            <pc:sldMk cId="0" sldId="268"/>
            <ac:spMk id="11" creationId="{00000000-0000-0000-0000-000000000000}"/>
          </ac:spMkLst>
        </pc:spChg>
        <pc:spChg chg="mod">
          <ac:chgData name="Yann Plougonven" userId="d259c0b77430725a" providerId="LiveId" clId="{8C898A3F-3DDB-4C5D-94DE-02E70C52A594}" dt="2026-10-15T17:13:45.229" v="1125" actId="20577"/>
          <ac:spMkLst>
            <pc:docMk/>
            <pc:sldMk cId="0" sldId="268"/>
            <ac:spMk id="14" creationId="{C1A62D63-EFD7-BFEA-D67D-6F24B51F5931}"/>
          </ac:spMkLst>
        </pc:spChg>
      </pc:sldChg>
      <pc:sldChg chg="modSp mod">
        <pc:chgData name="Yann Plougonven" userId="d259c0b77430725a" providerId="LiveId" clId="{8C898A3F-3DDB-4C5D-94DE-02E70C52A594}" dt="2026-10-15T22:41:47.381" v="2326" actId="20577"/>
        <pc:sldMkLst>
          <pc:docMk/>
          <pc:sldMk cId="0" sldId="269"/>
        </pc:sldMkLst>
        <pc:spChg chg="mod">
          <ac:chgData name="Yann Plougonven" userId="d259c0b77430725a" providerId="LiveId" clId="{8C898A3F-3DDB-4C5D-94DE-02E70C52A594}" dt="2026-10-15T14:41:02.675" v="380" actId="790"/>
          <ac:spMkLst>
            <pc:docMk/>
            <pc:sldMk cId="0" sldId="269"/>
            <ac:spMk id="2" creationId="{00000000-0000-0000-0000-000000000000}"/>
          </ac:spMkLst>
        </pc:spChg>
        <pc:spChg chg="mod">
          <ac:chgData name="Yann Plougonven" userId="d259c0b77430725a" providerId="LiveId" clId="{8C898A3F-3DDB-4C5D-94DE-02E70C52A594}" dt="2026-10-15T14:41:02.675" v="380" actId="790"/>
          <ac:spMkLst>
            <pc:docMk/>
            <pc:sldMk cId="0" sldId="269"/>
            <ac:spMk id="3" creationId="{00000000-0000-0000-0000-000000000000}"/>
          </ac:spMkLst>
        </pc:spChg>
        <pc:spChg chg="mod">
          <ac:chgData name="Yann Plougonven" userId="d259c0b77430725a" providerId="LiveId" clId="{8C898A3F-3DDB-4C5D-94DE-02E70C52A594}" dt="2026-10-15T14:41:02.675" v="380" actId="790"/>
          <ac:spMkLst>
            <pc:docMk/>
            <pc:sldMk cId="0" sldId="269"/>
            <ac:spMk id="4" creationId="{00000000-0000-0000-0000-000000000000}"/>
          </ac:spMkLst>
        </pc:spChg>
        <pc:spChg chg="mod">
          <ac:chgData name="Yann Plougonven" userId="d259c0b77430725a" providerId="LiveId" clId="{8C898A3F-3DDB-4C5D-94DE-02E70C52A594}" dt="2026-10-15T22:25:59.569" v="2169" actId="20577"/>
          <ac:spMkLst>
            <pc:docMk/>
            <pc:sldMk cId="0" sldId="269"/>
            <ac:spMk id="5" creationId="{00000000-0000-0000-0000-000000000000}"/>
          </ac:spMkLst>
        </pc:spChg>
        <pc:spChg chg="mod">
          <ac:chgData name="Yann Plougonven" userId="d259c0b77430725a" providerId="LiveId" clId="{8C898A3F-3DDB-4C5D-94DE-02E70C52A594}" dt="2026-10-15T14:41:02.675" v="380" actId="790"/>
          <ac:spMkLst>
            <pc:docMk/>
            <pc:sldMk cId="0" sldId="269"/>
            <ac:spMk id="7" creationId="{00000000-0000-0000-0000-000000000000}"/>
          </ac:spMkLst>
        </pc:spChg>
        <pc:spChg chg="mod">
          <ac:chgData name="Yann Plougonven" userId="d259c0b77430725a" providerId="LiveId" clId="{8C898A3F-3DDB-4C5D-94DE-02E70C52A594}" dt="2026-10-15T14:41:02.675" v="380" actId="790"/>
          <ac:spMkLst>
            <pc:docMk/>
            <pc:sldMk cId="0" sldId="269"/>
            <ac:spMk id="8" creationId="{00000000-0000-0000-0000-000000000000}"/>
          </ac:spMkLst>
        </pc:spChg>
        <pc:spChg chg="mod">
          <ac:chgData name="Yann Plougonven" userId="d259c0b77430725a" providerId="LiveId" clId="{8C898A3F-3DDB-4C5D-94DE-02E70C52A594}" dt="2026-10-15T14:41:02.675" v="380" actId="790"/>
          <ac:spMkLst>
            <pc:docMk/>
            <pc:sldMk cId="0" sldId="269"/>
            <ac:spMk id="9" creationId="{00000000-0000-0000-0000-000000000000}"/>
          </ac:spMkLst>
        </pc:spChg>
        <pc:spChg chg="mod">
          <ac:chgData name="Yann Plougonven" userId="d259c0b77430725a" providerId="LiveId" clId="{8C898A3F-3DDB-4C5D-94DE-02E70C52A594}" dt="2026-10-15T14:41:02.675" v="380" actId="790"/>
          <ac:spMkLst>
            <pc:docMk/>
            <pc:sldMk cId="0" sldId="269"/>
            <ac:spMk id="10" creationId="{00000000-0000-0000-0000-000000000000}"/>
          </ac:spMkLst>
        </pc:spChg>
        <pc:spChg chg="mod">
          <ac:chgData name="Yann Plougonven" userId="d259c0b77430725a" providerId="LiveId" clId="{8C898A3F-3DDB-4C5D-94DE-02E70C52A594}" dt="2026-10-15T22:41:47.381" v="2326" actId="20577"/>
          <ac:spMkLst>
            <pc:docMk/>
            <pc:sldMk cId="0" sldId="269"/>
            <ac:spMk id="11" creationId="{00000000-0000-0000-0000-000000000000}"/>
          </ac:spMkLst>
        </pc:spChg>
        <pc:spChg chg="mod">
          <ac:chgData name="Yann Plougonven" userId="d259c0b77430725a" providerId="LiveId" clId="{8C898A3F-3DDB-4C5D-94DE-02E70C52A594}" dt="2026-10-15T14:41:02.675" v="380" actId="790"/>
          <ac:spMkLst>
            <pc:docMk/>
            <pc:sldMk cId="0" sldId="269"/>
            <ac:spMk id="12" creationId="{00000000-0000-0000-0000-000000000000}"/>
          </ac:spMkLst>
        </pc:spChg>
        <pc:spChg chg="mod">
          <ac:chgData name="Yann Plougonven" userId="d259c0b77430725a" providerId="LiveId" clId="{8C898A3F-3DDB-4C5D-94DE-02E70C52A594}" dt="2026-10-15T17:13:50.968" v="1133" actId="20577"/>
          <ac:spMkLst>
            <pc:docMk/>
            <pc:sldMk cId="0" sldId="269"/>
            <ac:spMk id="14" creationId="{76396944-63D5-922F-E569-924EDD2806A8}"/>
          </ac:spMkLst>
        </pc:spChg>
      </pc:sldChg>
      <pc:sldChg chg="modSp mod">
        <pc:chgData name="Yann Plougonven" userId="d259c0b77430725a" providerId="LiveId" clId="{8C898A3F-3DDB-4C5D-94DE-02E70C52A594}" dt="2026-10-15T17:14:07.762" v="1149" actId="20577"/>
        <pc:sldMkLst>
          <pc:docMk/>
          <pc:sldMk cId="0" sldId="270"/>
        </pc:sldMkLst>
        <pc:spChg chg="mod">
          <ac:chgData name="Yann Plougonven" userId="d259c0b77430725a" providerId="LiveId" clId="{8C898A3F-3DDB-4C5D-94DE-02E70C52A594}" dt="2026-10-15T14:41:02.675" v="380" actId="790"/>
          <ac:spMkLst>
            <pc:docMk/>
            <pc:sldMk cId="0" sldId="270"/>
            <ac:spMk id="2" creationId="{00000000-0000-0000-0000-000000000000}"/>
          </ac:spMkLst>
        </pc:spChg>
        <pc:spChg chg="mod">
          <ac:chgData name="Yann Plougonven" userId="d259c0b77430725a" providerId="LiveId" clId="{8C898A3F-3DDB-4C5D-94DE-02E70C52A594}" dt="2026-10-15T14:41:02.675" v="380" actId="790"/>
          <ac:spMkLst>
            <pc:docMk/>
            <pc:sldMk cId="0" sldId="270"/>
            <ac:spMk id="3" creationId="{00000000-0000-0000-0000-000000000000}"/>
          </ac:spMkLst>
        </pc:spChg>
        <pc:spChg chg="mod">
          <ac:chgData name="Yann Plougonven" userId="d259c0b77430725a" providerId="LiveId" clId="{8C898A3F-3DDB-4C5D-94DE-02E70C52A594}" dt="2026-10-15T14:41:02.675" v="380" actId="790"/>
          <ac:spMkLst>
            <pc:docMk/>
            <pc:sldMk cId="0" sldId="270"/>
            <ac:spMk id="4" creationId="{00000000-0000-0000-0000-000000000000}"/>
          </ac:spMkLst>
        </pc:spChg>
        <pc:spChg chg="mod">
          <ac:chgData name="Yann Plougonven" userId="d259c0b77430725a" providerId="LiveId" clId="{8C898A3F-3DDB-4C5D-94DE-02E70C52A594}" dt="2026-10-15T14:41:02.675" v="380" actId="790"/>
          <ac:spMkLst>
            <pc:docMk/>
            <pc:sldMk cId="0" sldId="270"/>
            <ac:spMk id="7" creationId="{00000000-0000-0000-0000-000000000000}"/>
          </ac:spMkLst>
        </pc:spChg>
        <pc:spChg chg="mod">
          <ac:chgData name="Yann Plougonven" userId="d259c0b77430725a" providerId="LiveId" clId="{8C898A3F-3DDB-4C5D-94DE-02E70C52A594}" dt="2026-10-15T14:41:02.675" v="380" actId="790"/>
          <ac:spMkLst>
            <pc:docMk/>
            <pc:sldMk cId="0" sldId="270"/>
            <ac:spMk id="8" creationId="{00000000-0000-0000-0000-000000000000}"/>
          </ac:spMkLst>
        </pc:spChg>
        <pc:spChg chg="mod">
          <ac:chgData name="Yann Plougonven" userId="d259c0b77430725a" providerId="LiveId" clId="{8C898A3F-3DDB-4C5D-94DE-02E70C52A594}" dt="2026-10-15T14:41:02.675" v="380" actId="790"/>
          <ac:spMkLst>
            <pc:docMk/>
            <pc:sldMk cId="0" sldId="270"/>
            <ac:spMk id="10" creationId="{00000000-0000-0000-0000-000000000000}"/>
          </ac:spMkLst>
        </pc:spChg>
        <pc:spChg chg="mod">
          <ac:chgData name="Yann Plougonven" userId="d259c0b77430725a" providerId="LiveId" clId="{8C898A3F-3DDB-4C5D-94DE-02E70C52A594}" dt="2026-10-15T14:41:02.675" v="380" actId="790"/>
          <ac:spMkLst>
            <pc:docMk/>
            <pc:sldMk cId="0" sldId="270"/>
            <ac:spMk id="11" creationId="{00000000-0000-0000-0000-000000000000}"/>
          </ac:spMkLst>
        </pc:spChg>
        <pc:spChg chg="mod">
          <ac:chgData name="Yann Plougonven" userId="d259c0b77430725a" providerId="LiveId" clId="{8C898A3F-3DDB-4C5D-94DE-02E70C52A594}" dt="2026-10-15T15:19:24.636" v="816" actId="6549"/>
          <ac:spMkLst>
            <pc:docMk/>
            <pc:sldMk cId="0" sldId="270"/>
            <ac:spMk id="12" creationId="{00000000-0000-0000-0000-000000000000}"/>
          </ac:spMkLst>
        </pc:spChg>
        <pc:spChg chg="mod">
          <ac:chgData name="Yann Plougonven" userId="d259c0b77430725a" providerId="LiveId" clId="{8C898A3F-3DDB-4C5D-94DE-02E70C52A594}" dt="2026-10-15T14:41:02.675" v="380" actId="790"/>
          <ac:spMkLst>
            <pc:docMk/>
            <pc:sldMk cId="0" sldId="270"/>
            <ac:spMk id="13" creationId="{00000000-0000-0000-0000-000000000000}"/>
          </ac:spMkLst>
        </pc:spChg>
        <pc:spChg chg="mod">
          <ac:chgData name="Yann Plougonven" userId="d259c0b77430725a" providerId="LiveId" clId="{8C898A3F-3DDB-4C5D-94DE-02E70C52A594}" dt="2026-10-15T17:14:07.762" v="1149" actId="20577"/>
          <ac:spMkLst>
            <pc:docMk/>
            <pc:sldMk cId="0" sldId="270"/>
            <ac:spMk id="15" creationId="{B13A874B-4633-4252-FA8F-EFB07DD608B1}"/>
          </ac:spMkLst>
        </pc:spChg>
      </pc:sldChg>
      <pc:sldChg chg="addSp delSp modSp mod">
        <pc:chgData name="Yann Plougonven" userId="d259c0b77430725a" providerId="LiveId" clId="{8C898A3F-3DDB-4C5D-94DE-02E70C52A594}" dt="2026-10-15T23:03:36.501" v="2484" actId="14100"/>
        <pc:sldMkLst>
          <pc:docMk/>
          <pc:sldMk cId="0" sldId="271"/>
        </pc:sldMkLst>
        <pc:spChg chg="mod">
          <ac:chgData name="Yann Plougonven" userId="d259c0b77430725a" providerId="LiveId" clId="{8C898A3F-3DDB-4C5D-94DE-02E70C52A594}" dt="2026-10-15T14:41:02.675" v="380" actId="790"/>
          <ac:spMkLst>
            <pc:docMk/>
            <pc:sldMk cId="0" sldId="271"/>
            <ac:spMk id="2" creationId="{00000000-0000-0000-0000-000000000000}"/>
          </ac:spMkLst>
        </pc:spChg>
        <pc:spChg chg="mod">
          <ac:chgData name="Yann Plougonven" userId="d259c0b77430725a" providerId="LiveId" clId="{8C898A3F-3DDB-4C5D-94DE-02E70C52A594}" dt="2026-10-15T22:53:52.351" v="2376" actId="14100"/>
          <ac:spMkLst>
            <pc:docMk/>
            <pc:sldMk cId="0" sldId="271"/>
            <ac:spMk id="3" creationId="{00000000-0000-0000-0000-000000000000}"/>
          </ac:spMkLst>
        </pc:spChg>
        <pc:spChg chg="mod">
          <ac:chgData name="Yann Plougonven" userId="d259c0b77430725a" providerId="LiveId" clId="{8C898A3F-3DDB-4C5D-94DE-02E70C52A594}" dt="2026-10-15T22:53:13.153" v="2365" actId="20577"/>
          <ac:spMkLst>
            <pc:docMk/>
            <pc:sldMk cId="0" sldId="271"/>
            <ac:spMk id="4" creationId="{00000000-0000-0000-0000-000000000000}"/>
          </ac:spMkLst>
        </pc:spChg>
        <pc:spChg chg="mod">
          <ac:chgData name="Yann Plougonven" userId="d259c0b77430725a" providerId="LiveId" clId="{8C898A3F-3DDB-4C5D-94DE-02E70C52A594}" dt="2026-10-15T22:53:36.938" v="2373" actId="27636"/>
          <ac:spMkLst>
            <pc:docMk/>
            <pc:sldMk cId="0" sldId="271"/>
            <ac:spMk id="5" creationId="{00000000-0000-0000-0000-000000000000}"/>
          </ac:spMkLst>
        </pc:spChg>
        <pc:spChg chg="del mod">
          <ac:chgData name="Yann Plougonven" userId="d259c0b77430725a" providerId="LiveId" clId="{8C898A3F-3DDB-4C5D-94DE-02E70C52A594}" dt="2026-10-15T22:52:03.047" v="2350" actId="478"/>
          <ac:spMkLst>
            <pc:docMk/>
            <pc:sldMk cId="0" sldId="271"/>
            <ac:spMk id="6" creationId="{00000000-0000-0000-0000-000000000000}"/>
          </ac:spMkLst>
        </pc:spChg>
        <pc:spChg chg="del mod">
          <ac:chgData name="Yann Plougonven" userId="d259c0b77430725a" providerId="LiveId" clId="{8C898A3F-3DDB-4C5D-94DE-02E70C52A594}" dt="2026-10-15T22:52:03.047" v="2350" actId="478"/>
          <ac:spMkLst>
            <pc:docMk/>
            <pc:sldMk cId="0" sldId="271"/>
            <ac:spMk id="7" creationId="{00000000-0000-0000-0000-000000000000}"/>
          </ac:spMkLst>
        </pc:spChg>
        <pc:spChg chg="del mod">
          <ac:chgData name="Yann Plougonven" userId="d259c0b77430725a" providerId="LiveId" clId="{8C898A3F-3DDB-4C5D-94DE-02E70C52A594}" dt="2026-10-15T22:52:03.047" v="2350" actId="478"/>
          <ac:spMkLst>
            <pc:docMk/>
            <pc:sldMk cId="0" sldId="271"/>
            <ac:spMk id="8" creationId="{00000000-0000-0000-0000-000000000000}"/>
          </ac:spMkLst>
        </pc:spChg>
        <pc:spChg chg="mod">
          <ac:chgData name="Yann Plougonven" userId="d259c0b77430725a" providerId="LiveId" clId="{8C898A3F-3DDB-4C5D-94DE-02E70C52A594}" dt="2026-10-15T14:41:02.675" v="380" actId="790"/>
          <ac:spMkLst>
            <pc:docMk/>
            <pc:sldMk cId="0" sldId="271"/>
            <ac:spMk id="9" creationId="{00000000-0000-0000-0000-000000000000}"/>
          </ac:spMkLst>
        </pc:spChg>
        <pc:spChg chg="mod">
          <ac:chgData name="Yann Plougonven" userId="d259c0b77430725a" providerId="LiveId" clId="{8C898A3F-3DDB-4C5D-94DE-02E70C52A594}" dt="2026-10-15T17:14:14.495" v="1157" actId="20577"/>
          <ac:spMkLst>
            <pc:docMk/>
            <pc:sldMk cId="0" sldId="271"/>
            <ac:spMk id="11" creationId="{59754EC5-DC5F-F85D-7AB3-3CDE08B306EF}"/>
          </ac:spMkLst>
        </pc:spChg>
        <pc:spChg chg="add del mod">
          <ac:chgData name="Yann Plougonven" userId="d259c0b77430725a" providerId="LiveId" clId="{8C898A3F-3DDB-4C5D-94DE-02E70C52A594}" dt="2026-10-15T22:53:56.206" v="2377" actId="478"/>
          <ac:spMkLst>
            <pc:docMk/>
            <pc:sldMk cId="0" sldId="271"/>
            <ac:spMk id="12" creationId="{F1FA2F37-EEA4-1C84-AF30-418CB9E69CDA}"/>
          </ac:spMkLst>
        </pc:spChg>
        <pc:spChg chg="add del mod">
          <ac:chgData name="Yann Plougonven" userId="d259c0b77430725a" providerId="LiveId" clId="{8C898A3F-3DDB-4C5D-94DE-02E70C52A594}" dt="2026-10-15T22:53:56.206" v="2377" actId="478"/>
          <ac:spMkLst>
            <pc:docMk/>
            <pc:sldMk cId="0" sldId="271"/>
            <ac:spMk id="14" creationId="{A797E19B-A527-3D1F-340E-CC2AEC5F9C54}"/>
          </ac:spMkLst>
        </pc:spChg>
        <pc:spChg chg="add del mod">
          <ac:chgData name="Yann Plougonven" userId="d259c0b77430725a" providerId="LiveId" clId="{8C898A3F-3DDB-4C5D-94DE-02E70C52A594}" dt="2026-10-15T22:53:56.206" v="2377" actId="478"/>
          <ac:spMkLst>
            <pc:docMk/>
            <pc:sldMk cId="0" sldId="271"/>
            <ac:spMk id="16" creationId="{4FF176AC-0C4E-4578-6815-787A941D5CB2}"/>
          </ac:spMkLst>
        </pc:spChg>
        <pc:spChg chg="add mod">
          <ac:chgData name="Yann Plougonven" userId="d259c0b77430725a" providerId="LiveId" clId="{8C898A3F-3DDB-4C5D-94DE-02E70C52A594}" dt="2026-10-15T23:03:36.501" v="2484" actId="14100"/>
          <ac:spMkLst>
            <pc:docMk/>
            <pc:sldMk cId="0" sldId="271"/>
            <ac:spMk id="18" creationId="{9DCA4F84-F052-5F4D-271F-7073EDC6C178}"/>
          </ac:spMkLst>
        </pc:spChg>
        <pc:spChg chg="add mod">
          <ac:chgData name="Yann Plougonven" userId="d259c0b77430725a" providerId="LiveId" clId="{8C898A3F-3DDB-4C5D-94DE-02E70C52A594}" dt="2026-10-15T22:54:08.570" v="2387" actId="20577"/>
          <ac:spMkLst>
            <pc:docMk/>
            <pc:sldMk cId="0" sldId="271"/>
            <ac:spMk id="20" creationId="{43B33CFD-C59D-5F77-57A7-3ECE477AB9E1}"/>
          </ac:spMkLst>
        </pc:spChg>
        <pc:spChg chg="add mod">
          <ac:chgData name="Yann Plougonven" userId="d259c0b77430725a" providerId="LiveId" clId="{8C898A3F-3DDB-4C5D-94DE-02E70C52A594}" dt="2026-10-15T23:01:11.563" v="2470" actId="20577"/>
          <ac:spMkLst>
            <pc:docMk/>
            <pc:sldMk cId="0" sldId="271"/>
            <ac:spMk id="22" creationId="{F93BB4C9-37F7-93EC-F8B2-A41B75C48DA9}"/>
          </ac:spMkLst>
        </pc:spChg>
      </pc:sldChg>
      <pc:sldChg chg="addSp modSp mod">
        <pc:chgData name="Yann Plougonven" userId="d259c0b77430725a" providerId="LiveId" clId="{8C898A3F-3DDB-4C5D-94DE-02E70C52A594}" dt="2026-10-15T17:14:28.229" v="1163" actId="20577"/>
        <pc:sldMkLst>
          <pc:docMk/>
          <pc:sldMk cId="3829866551" sldId="272"/>
        </pc:sldMkLst>
        <pc:spChg chg="add mod">
          <ac:chgData name="Yann Plougonven" userId="d259c0b77430725a" providerId="LiveId" clId="{8C898A3F-3DDB-4C5D-94DE-02E70C52A594}" dt="2026-10-15T17:14:28.229" v="1163" actId="20577"/>
          <ac:spMkLst>
            <pc:docMk/>
            <pc:sldMk cId="3829866551" sldId="272"/>
            <ac:spMk id="19" creationId="{6AB979EB-B8DE-96E9-E3A4-A2FD85BE43E6}"/>
          </ac:spMkLst>
        </pc:spChg>
      </pc:sldChg>
      <pc:sldChg chg="modSp mod">
        <pc:chgData name="Yann Plougonven" userId="d259c0b77430725a" providerId="LiveId" clId="{8C898A3F-3DDB-4C5D-94DE-02E70C52A594}" dt="2026-10-15T22:50:05.951" v="2349" actId="790"/>
        <pc:sldMkLst>
          <pc:docMk/>
          <pc:sldMk cId="807490239" sldId="273"/>
        </pc:sldMkLst>
        <pc:spChg chg="mod">
          <ac:chgData name="Yann Plougonven" userId="d259c0b77430725a" providerId="LiveId" clId="{8C898A3F-3DDB-4C5D-94DE-02E70C52A594}" dt="2026-10-15T22:49:58.015" v="2348" actId="790"/>
          <ac:spMkLst>
            <pc:docMk/>
            <pc:sldMk cId="807490239" sldId="273"/>
            <ac:spMk id="5" creationId="{FD61968F-25B7-694A-FB6B-1DA401DEF762}"/>
          </ac:spMkLst>
        </pc:spChg>
        <pc:spChg chg="mod">
          <ac:chgData name="Yann Plougonven" userId="d259c0b77430725a" providerId="LiveId" clId="{8C898A3F-3DDB-4C5D-94DE-02E70C52A594}" dt="2026-10-15T22:50:05.951" v="2349" actId="790"/>
          <ac:spMkLst>
            <pc:docMk/>
            <pc:sldMk cId="807490239" sldId="273"/>
            <ac:spMk id="13" creationId="{6B590A9E-BF6A-459E-6713-D07C3FC327CE}"/>
          </ac:spMkLst>
        </pc:spChg>
        <pc:spChg chg="mod">
          <ac:chgData name="Yann Plougonven" userId="d259c0b77430725a" providerId="LiveId" clId="{8C898A3F-3DDB-4C5D-94DE-02E70C52A594}" dt="2026-10-15T17:14:00.606" v="1141" actId="6549"/>
          <ac:spMkLst>
            <pc:docMk/>
            <pc:sldMk cId="807490239" sldId="273"/>
            <ac:spMk id="14" creationId="{CDFDCB00-0B9E-89DD-88A9-E0E8F81D469B}"/>
          </ac:spMkLst>
        </pc:spChg>
        <pc:picChg chg="mod">
          <ac:chgData name="Yann Plougonven" userId="d259c0b77430725a" providerId="LiveId" clId="{8C898A3F-3DDB-4C5D-94DE-02E70C52A594}" dt="2026-10-15T22:49:49.937" v="2347" actId="1076"/>
          <ac:picMkLst>
            <pc:docMk/>
            <pc:sldMk cId="807490239" sldId="273"/>
            <ac:picMk id="3" creationId="{079E73F6-1A8A-2306-3A5B-206C532DD2B4}"/>
          </ac:picMkLst>
        </pc:picChg>
      </pc:sldChg>
      <pc:sldChg chg="addSp modSp new mod">
        <pc:chgData name="Yann Plougonven" userId="d259c0b77430725a" providerId="LiveId" clId="{8C898A3F-3DDB-4C5D-94DE-02E70C52A594}" dt="2026-10-15T17:13:27.138" v="1109" actId="20577"/>
        <pc:sldMkLst>
          <pc:docMk/>
          <pc:sldMk cId="1639373204" sldId="274"/>
        </pc:sldMkLst>
        <pc:spChg chg="add mod">
          <ac:chgData name="Yann Plougonven" userId="d259c0b77430725a" providerId="LiveId" clId="{8C898A3F-3DDB-4C5D-94DE-02E70C52A594}" dt="2026-10-15T17:13:27.138" v="1109" actId="20577"/>
          <ac:spMkLst>
            <pc:docMk/>
            <pc:sldMk cId="1639373204" sldId="274"/>
            <ac:spMk id="7" creationId="{B66BCFD7-07EC-6FF3-3F30-4AD98DAF6B3A}"/>
          </ac:spMkLst>
        </pc:spChg>
        <pc:spChg chg="add">
          <ac:chgData name="Yann Plougonven" userId="d259c0b77430725a" providerId="LiveId" clId="{8C898A3F-3DDB-4C5D-94DE-02E70C52A594}" dt="2026-10-15T17:13:20.034" v="1107" actId="22"/>
          <ac:spMkLst>
            <pc:docMk/>
            <pc:sldMk cId="1639373204" sldId="274"/>
            <ac:spMk id="9" creationId="{721B8926-8BE0-30AB-CE41-640D9392078F}"/>
          </ac:spMkLst>
        </pc:spChg>
        <pc:picChg chg="add mod">
          <ac:chgData name="Yann Plougonven" userId="d259c0b77430725a" providerId="LiveId" clId="{8C898A3F-3DDB-4C5D-94DE-02E70C52A594}" dt="2026-10-15T16:58:48.503" v="1106" actId="1076"/>
          <ac:picMkLst>
            <pc:docMk/>
            <pc:sldMk cId="1639373204" sldId="274"/>
            <ac:picMk id="5" creationId="{68910884-283A-05EC-AA32-91103ACCDC93}"/>
          </ac:picMkLst>
        </pc:picChg>
      </pc:sldChg>
    </pc:docChg>
  </pc:docChgLst>
  <pc:docChgLst>
    <pc:chgData name="Damien JACQ" userId="S::damien.jacq2@imt-atlantique.net::aafa2d1b-6d7e-4673-9ab7-64b3cee96a84" providerId="AD" clId="Web-{00000000-0000-0000-0000-000000000000}"/>
    <pc:docChg chg="mod addSld modSld sldOrd modMainMaster">
      <pc:chgData name="Damien JACQ" userId="S::damien.jacq2@imt-atlantique.net::aafa2d1b-6d7e-4673-9ab7-64b3cee96a84" providerId="AD" clId="Web-{00000000-0000-0000-0000-000000000000}" dt="2026-10-15T15:26:04.095" v="589" actId="20577"/>
      <pc:docMkLst>
        <pc:docMk/>
      </pc:docMkLst>
      <pc:sldChg chg="modSp">
        <pc:chgData name="Damien JACQ" userId="S::damien.jacq2@imt-atlantique.net::aafa2d1b-6d7e-4673-9ab7-64b3cee96a84" providerId="AD" clId="Web-{00000000-0000-0000-0000-000000000000}" dt="2026-10-15T14:20:39.384" v="142" actId="20577"/>
        <pc:sldMkLst>
          <pc:docMk/>
          <pc:sldMk cId="0" sldId="256"/>
        </pc:sldMkLst>
        <pc:spChg chg="mod">
          <ac:chgData name="Damien JACQ" userId="S::damien.jacq2@imt-atlantique.net::aafa2d1b-6d7e-4673-9ab7-64b3cee96a84" providerId="AD" clId="Web-{00000000-0000-0000-0000-000000000000}" dt="2026-10-15T14:20:39.384" v="142" actId="20577"/>
          <ac:spMkLst>
            <pc:docMk/>
            <pc:sldMk cId="0" sldId="256"/>
            <ac:spMk id="5" creationId="{00000000-0000-0000-0000-000000000000}"/>
          </ac:spMkLst>
        </pc:spChg>
      </pc:sldChg>
      <pc:sldChg chg="addSp modSp">
        <pc:chgData name="Damien JACQ" userId="S::damien.jacq2@imt-atlantique.net::aafa2d1b-6d7e-4673-9ab7-64b3cee96a84" providerId="AD" clId="Web-{00000000-0000-0000-0000-000000000000}" dt="2026-10-15T14:32:46.295" v="267" actId="20577"/>
        <pc:sldMkLst>
          <pc:docMk/>
          <pc:sldMk cId="0" sldId="257"/>
        </pc:sldMkLst>
        <pc:spChg chg="mod">
          <ac:chgData name="Damien JACQ" userId="S::damien.jacq2@imt-atlantique.net::aafa2d1b-6d7e-4673-9ab7-64b3cee96a84" providerId="AD" clId="Web-{00000000-0000-0000-0000-000000000000}" dt="2026-10-15T14:25:58.699" v="150" actId="20577"/>
          <ac:spMkLst>
            <pc:docMk/>
            <pc:sldMk cId="0" sldId="257"/>
            <ac:spMk id="6" creationId="{00000000-0000-0000-0000-000000000000}"/>
          </ac:spMkLst>
        </pc:spChg>
        <pc:spChg chg="mod">
          <ac:chgData name="Damien JACQ" userId="S::damien.jacq2@imt-atlantique.net::aafa2d1b-6d7e-4673-9ab7-64b3cee96a84" providerId="AD" clId="Web-{00000000-0000-0000-0000-000000000000}" dt="2026-10-15T14:26:02.449" v="161" actId="20577"/>
          <ac:spMkLst>
            <pc:docMk/>
            <pc:sldMk cId="0" sldId="257"/>
            <ac:spMk id="10" creationId="{00000000-0000-0000-0000-000000000000}"/>
          </ac:spMkLst>
        </pc:spChg>
        <pc:spChg chg="mod">
          <ac:chgData name="Damien JACQ" userId="S::damien.jacq2@imt-atlantique.net::aafa2d1b-6d7e-4673-9ab7-64b3cee96a84" providerId="AD" clId="Web-{00000000-0000-0000-0000-000000000000}" dt="2026-10-15T14:26:06.090" v="168" actId="20577"/>
          <ac:spMkLst>
            <pc:docMk/>
            <pc:sldMk cId="0" sldId="257"/>
            <ac:spMk id="14" creationId="{00000000-0000-0000-0000-000000000000}"/>
          </ac:spMkLst>
        </pc:spChg>
        <pc:spChg chg="mod">
          <ac:chgData name="Damien JACQ" userId="S::damien.jacq2@imt-atlantique.net::aafa2d1b-6d7e-4673-9ab7-64b3cee96a84" providerId="AD" clId="Web-{00000000-0000-0000-0000-000000000000}" dt="2026-10-15T14:26:45.277" v="218" actId="20577"/>
          <ac:spMkLst>
            <pc:docMk/>
            <pc:sldMk cId="0" sldId="257"/>
            <ac:spMk id="15" creationId="{00000000-0000-0000-0000-000000000000}"/>
          </ac:spMkLst>
        </pc:spChg>
        <pc:spChg chg="add mod">
          <ac:chgData name="Damien JACQ" userId="S::damien.jacq2@imt-atlantique.net::aafa2d1b-6d7e-4673-9ab7-64b3cee96a84" providerId="AD" clId="Web-{00000000-0000-0000-0000-000000000000}" dt="2026-10-15T14:32:46.295" v="267" actId="20577"/>
          <ac:spMkLst>
            <pc:docMk/>
            <pc:sldMk cId="0" sldId="257"/>
            <ac:spMk id="16" creationId="{1D23D2CD-E658-8E71-76B3-E61C179706EE}"/>
          </ac:spMkLst>
        </pc:spChg>
      </pc:sldChg>
      <pc:sldChg chg="addSp modSp">
        <pc:chgData name="Damien JACQ" userId="S::damien.jacq2@imt-atlantique.net::aafa2d1b-6d7e-4673-9ab7-64b3cee96a84" providerId="AD" clId="Web-{00000000-0000-0000-0000-000000000000}" dt="2026-10-15T14:32:50.951" v="269" actId="20577"/>
        <pc:sldMkLst>
          <pc:docMk/>
          <pc:sldMk cId="0" sldId="258"/>
        </pc:sldMkLst>
        <pc:spChg chg="add mod">
          <ac:chgData name="Damien JACQ" userId="S::damien.jacq2@imt-atlantique.net::aafa2d1b-6d7e-4673-9ab7-64b3cee96a84" providerId="AD" clId="Web-{00000000-0000-0000-0000-000000000000}" dt="2026-10-15T14:32:50.951" v="269" actId="20577"/>
          <ac:spMkLst>
            <pc:docMk/>
            <pc:sldMk cId="0" sldId="258"/>
            <ac:spMk id="18" creationId="{9DCC5606-BA44-DF9F-C339-4ED70F8EBDAD}"/>
          </ac:spMkLst>
        </pc:spChg>
      </pc:sldChg>
      <pc:sldChg chg="addSp modSp">
        <pc:chgData name="Damien JACQ" userId="S::damien.jacq2@imt-atlantique.net::aafa2d1b-6d7e-4673-9ab7-64b3cee96a84" providerId="AD" clId="Web-{00000000-0000-0000-0000-000000000000}" dt="2026-10-15T14:53:35.693" v="401" actId="20577"/>
        <pc:sldMkLst>
          <pc:docMk/>
          <pc:sldMk cId="0" sldId="259"/>
        </pc:sldMkLst>
        <pc:spChg chg="mod">
          <ac:chgData name="Damien JACQ" userId="S::damien.jacq2@imt-atlantique.net::aafa2d1b-6d7e-4673-9ab7-64b3cee96a84" providerId="AD" clId="Web-{00000000-0000-0000-0000-000000000000}" dt="2026-10-15T14:52:54.068" v="377" actId="20577"/>
          <ac:spMkLst>
            <pc:docMk/>
            <pc:sldMk cId="0" sldId="259"/>
            <ac:spMk id="5" creationId="{00000000-0000-0000-0000-000000000000}"/>
          </ac:spMkLst>
        </pc:spChg>
        <pc:spChg chg="mod">
          <ac:chgData name="Damien JACQ" userId="S::damien.jacq2@imt-atlantique.net::aafa2d1b-6d7e-4673-9ab7-64b3cee96a84" providerId="AD" clId="Web-{00000000-0000-0000-0000-000000000000}" dt="2026-10-15T14:53:11.005" v="384" actId="20577"/>
          <ac:spMkLst>
            <pc:docMk/>
            <pc:sldMk cId="0" sldId="259"/>
            <ac:spMk id="8" creationId="{00000000-0000-0000-0000-000000000000}"/>
          </ac:spMkLst>
        </pc:spChg>
        <pc:spChg chg="mod">
          <ac:chgData name="Damien JACQ" userId="S::damien.jacq2@imt-atlantique.net::aafa2d1b-6d7e-4673-9ab7-64b3cee96a84" providerId="AD" clId="Web-{00000000-0000-0000-0000-000000000000}" dt="2026-10-15T14:53:35.693" v="401" actId="20577"/>
          <ac:spMkLst>
            <pc:docMk/>
            <pc:sldMk cId="0" sldId="259"/>
            <ac:spMk id="11" creationId="{00000000-0000-0000-0000-000000000000}"/>
          </ac:spMkLst>
        </pc:spChg>
        <pc:spChg chg="add mod">
          <ac:chgData name="Damien JACQ" userId="S::damien.jacq2@imt-atlantique.net::aafa2d1b-6d7e-4673-9ab7-64b3cee96a84" providerId="AD" clId="Web-{00000000-0000-0000-0000-000000000000}" dt="2026-10-15T14:32:55.764" v="272" actId="20577"/>
          <ac:spMkLst>
            <pc:docMk/>
            <pc:sldMk cId="0" sldId="259"/>
            <ac:spMk id="17" creationId="{18820399-28A6-94C1-62E6-41BE43E803E7}"/>
          </ac:spMkLst>
        </pc:spChg>
      </pc:sldChg>
      <pc:sldChg chg="addSp modSp">
        <pc:chgData name="Damien JACQ" userId="S::damien.jacq2@imt-atlantique.net::aafa2d1b-6d7e-4673-9ab7-64b3cee96a84" providerId="AD" clId="Web-{00000000-0000-0000-0000-000000000000}" dt="2026-10-15T14:33:05.420" v="275" actId="20577"/>
        <pc:sldMkLst>
          <pc:docMk/>
          <pc:sldMk cId="0" sldId="260"/>
        </pc:sldMkLst>
        <pc:spChg chg="add mod">
          <ac:chgData name="Damien JACQ" userId="S::damien.jacq2@imt-atlantique.net::aafa2d1b-6d7e-4673-9ab7-64b3cee96a84" providerId="AD" clId="Web-{00000000-0000-0000-0000-000000000000}" dt="2026-10-15T14:33:05.420" v="275" actId="20577"/>
          <ac:spMkLst>
            <pc:docMk/>
            <pc:sldMk cId="0" sldId="260"/>
            <ac:spMk id="17" creationId="{66C50558-6F6B-DADF-64DC-82DC6C44DF53}"/>
          </ac:spMkLst>
        </pc:spChg>
      </pc:sldChg>
      <pc:sldChg chg="addSp modSp">
        <pc:chgData name="Damien JACQ" userId="S::damien.jacq2@imt-atlantique.net::aafa2d1b-6d7e-4673-9ab7-64b3cee96a84" providerId="AD" clId="Web-{00000000-0000-0000-0000-000000000000}" dt="2026-10-15T14:33:12.498" v="278" actId="20577"/>
        <pc:sldMkLst>
          <pc:docMk/>
          <pc:sldMk cId="0" sldId="261"/>
        </pc:sldMkLst>
        <pc:spChg chg="add mod">
          <ac:chgData name="Damien JACQ" userId="S::damien.jacq2@imt-atlantique.net::aafa2d1b-6d7e-4673-9ab7-64b3cee96a84" providerId="AD" clId="Web-{00000000-0000-0000-0000-000000000000}" dt="2026-10-15T14:33:12.498" v="278" actId="20577"/>
          <ac:spMkLst>
            <pc:docMk/>
            <pc:sldMk cId="0" sldId="261"/>
            <ac:spMk id="20" creationId="{6CA2941A-C0D0-84DD-446C-5E64E855E925}"/>
          </ac:spMkLst>
        </pc:spChg>
      </pc:sldChg>
      <pc:sldChg chg="addSp modSp">
        <pc:chgData name="Damien JACQ" userId="S::damien.jacq2@imt-atlantique.net::aafa2d1b-6d7e-4673-9ab7-64b3cee96a84" providerId="AD" clId="Web-{00000000-0000-0000-0000-000000000000}" dt="2026-10-15T14:33:19.686" v="281" actId="20577"/>
        <pc:sldMkLst>
          <pc:docMk/>
          <pc:sldMk cId="0" sldId="262"/>
        </pc:sldMkLst>
        <pc:spChg chg="add mod">
          <ac:chgData name="Damien JACQ" userId="S::damien.jacq2@imt-atlantique.net::aafa2d1b-6d7e-4673-9ab7-64b3cee96a84" providerId="AD" clId="Web-{00000000-0000-0000-0000-000000000000}" dt="2026-10-15T14:33:19.686" v="281" actId="20577"/>
          <ac:spMkLst>
            <pc:docMk/>
            <pc:sldMk cId="0" sldId="262"/>
            <ac:spMk id="14" creationId="{5B9E7AEF-2DA9-1364-1171-9724D005A90C}"/>
          </ac:spMkLst>
        </pc:spChg>
      </pc:sldChg>
      <pc:sldChg chg="addSp modSp">
        <pc:chgData name="Damien JACQ" userId="S::damien.jacq2@imt-atlantique.net::aafa2d1b-6d7e-4673-9ab7-64b3cee96a84" providerId="AD" clId="Web-{00000000-0000-0000-0000-000000000000}" dt="2026-10-15T14:33:26.436" v="284" actId="20577"/>
        <pc:sldMkLst>
          <pc:docMk/>
          <pc:sldMk cId="0" sldId="263"/>
        </pc:sldMkLst>
        <pc:spChg chg="add mod">
          <ac:chgData name="Damien JACQ" userId="S::damien.jacq2@imt-atlantique.net::aafa2d1b-6d7e-4673-9ab7-64b3cee96a84" providerId="AD" clId="Web-{00000000-0000-0000-0000-000000000000}" dt="2026-10-15T14:33:26.436" v="284" actId="20577"/>
          <ac:spMkLst>
            <pc:docMk/>
            <pc:sldMk cId="0" sldId="263"/>
            <ac:spMk id="14" creationId="{BD59E50D-59D3-07CF-E73C-C5246EEB8B56}"/>
          </ac:spMkLst>
        </pc:spChg>
      </pc:sldChg>
      <pc:sldChg chg="addSp modSp">
        <pc:chgData name="Damien JACQ" userId="S::damien.jacq2@imt-atlantique.net::aafa2d1b-6d7e-4673-9ab7-64b3cee96a84" providerId="AD" clId="Web-{00000000-0000-0000-0000-000000000000}" dt="2026-10-15T14:33:31.873" v="287" actId="20577"/>
        <pc:sldMkLst>
          <pc:docMk/>
          <pc:sldMk cId="0" sldId="264"/>
        </pc:sldMkLst>
        <pc:spChg chg="add mod">
          <ac:chgData name="Damien JACQ" userId="S::damien.jacq2@imt-atlantique.net::aafa2d1b-6d7e-4673-9ab7-64b3cee96a84" providerId="AD" clId="Web-{00000000-0000-0000-0000-000000000000}" dt="2026-10-15T14:33:31.873" v="287" actId="20577"/>
          <ac:spMkLst>
            <pc:docMk/>
            <pc:sldMk cId="0" sldId="264"/>
            <ac:spMk id="14" creationId="{692CEF7A-C74B-772D-9B2E-29EBA4BEC655}"/>
          </ac:spMkLst>
        </pc:spChg>
      </pc:sldChg>
      <pc:sldChg chg="addSp modSp">
        <pc:chgData name="Damien JACQ" userId="S::damien.jacq2@imt-atlantique.net::aafa2d1b-6d7e-4673-9ab7-64b3cee96a84" providerId="AD" clId="Web-{00000000-0000-0000-0000-000000000000}" dt="2026-10-15T15:19:37.984" v="524" actId="20577"/>
        <pc:sldMkLst>
          <pc:docMk/>
          <pc:sldMk cId="0" sldId="265"/>
        </pc:sldMkLst>
        <pc:spChg chg="add mod">
          <ac:chgData name="Damien JACQ" userId="S::damien.jacq2@imt-atlantique.net::aafa2d1b-6d7e-4673-9ab7-64b3cee96a84" providerId="AD" clId="Web-{00000000-0000-0000-0000-000000000000}" dt="2026-10-15T15:19:37.984" v="524" actId="20577"/>
          <ac:spMkLst>
            <pc:docMk/>
            <pc:sldMk cId="0" sldId="265"/>
            <ac:spMk id="11" creationId="{8C875943-15A2-A4BB-787D-89A7CF8DFCBD}"/>
          </ac:spMkLst>
        </pc:spChg>
      </pc:sldChg>
      <pc:sldChg chg="addSp modSp">
        <pc:chgData name="Damien JACQ" userId="S::damien.jacq2@imt-atlantique.net::aafa2d1b-6d7e-4673-9ab7-64b3cee96a84" providerId="AD" clId="Web-{00000000-0000-0000-0000-000000000000}" dt="2026-10-15T15:19:41.984" v="526" actId="20577"/>
        <pc:sldMkLst>
          <pc:docMk/>
          <pc:sldMk cId="0" sldId="266"/>
        </pc:sldMkLst>
        <pc:spChg chg="add mod">
          <ac:chgData name="Damien JACQ" userId="S::damien.jacq2@imt-atlantique.net::aafa2d1b-6d7e-4673-9ab7-64b3cee96a84" providerId="AD" clId="Web-{00000000-0000-0000-0000-000000000000}" dt="2026-10-15T15:19:41.984" v="526" actId="20577"/>
          <ac:spMkLst>
            <pc:docMk/>
            <pc:sldMk cId="0" sldId="266"/>
            <ac:spMk id="17" creationId="{8DAC4528-11A3-8DF7-F221-3589A3045E57}"/>
          </ac:spMkLst>
        </pc:spChg>
      </pc:sldChg>
      <pc:sldChg chg="addSp modSp">
        <pc:chgData name="Damien JACQ" userId="S::damien.jacq2@imt-atlantique.net::aafa2d1b-6d7e-4673-9ab7-64b3cee96a84" providerId="AD" clId="Web-{00000000-0000-0000-0000-000000000000}" dt="2026-10-15T15:19:45.046" v="528" actId="20577"/>
        <pc:sldMkLst>
          <pc:docMk/>
          <pc:sldMk cId="0" sldId="267"/>
        </pc:sldMkLst>
        <pc:spChg chg="add mod">
          <ac:chgData name="Damien JACQ" userId="S::damien.jacq2@imt-atlantique.net::aafa2d1b-6d7e-4673-9ab7-64b3cee96a84" providerId="AD" clId="Web-{00000000-0000-0000-0000-000000000000}" dt="2026-10-15T15:19:45.046" v="528" actId="20577"/>
          <ac:spMkLst>
            <pc:docMk/>
            <pc:sldMk cId="0" sldId="267"/>
            <ac:spMk id="15" creationId="{3F4D4139-E9AD-4E99-2B16-41720B16DD57}"/>
          </ac:spMkLst>
        </pc:spChg>
      </pc:sldChg>
      <pc:sldChg chg="addSp modSp">
        <pc:chgData name="Damien JACQ" userId="S::damien.jacq2@imt-atlantique.net::aafa2d1b-6d7e-4673-9ab7-64b3cee96a84" providerId="AD" clId="Web-{00000000-0000-0000-0000-000000000000}" dt="2026-10-15T15:19:48.718" v="530" actId="20577"/>
        <pc:sldMkLst>
          <pc:docMk/>
          <pc:sldMk cId="0" sldId="268"/>
        </pc:sldMkLst>
        <pc:spChg chg="add mod">
          <ac:chgData name="Damien JACQ" userId="S::damien.jacq2@imt-atlantique.net::aafa2d1b-6d7e-4673-9ab7-64b3cee96a84" providerId="AD" clId="Web-{00000000-0000-0000-0000-000000000000}" dt="2026-10-15T15:19:48.718" v="530" actId="20577"/>
          <ac:spMkLst>
            <pc:docMk/>
            <pc:sldMk cId="0" sldId="268"/>
            <ac:spMk id="14" creationId="{C1A62D63-EFD7-BFEA-D67D-6F24B51F5931}"/>
          </ac:spMkLst>
        </pc:spChg>
      </pc:sldChg>
      <pc:sldChg chg="addSp modSp">
        <pc:chgData name="Damien JACQ" userId="S::damien.jacq2@imt-atlantique.net::aafa2d1b-6d7e-4673-9ab7-64b3cee96a84" providerId="AD" clId="Web-{00000000-0000-0000-0000-000000000000}" dt="2026-10-15T15:19:53.609" v="534" actId="20577"/>
        <pc:sldMkLst>
          <pc:docMk/>
          <pc:sldMk cId="0" sldId="269"/>
        </pc:sldMkLst>
        <pc:spChg chg="add mod">
          <ac:chgData name="Damien JACQ" userId="S::damien.jacq2@imt-atlantique.net::aafa2d1b-6d7e-4673-9ab7-64b3cee96a84" providerId="AD" clId="Web-{00000000-0000-0000-0000-000000000000}" dt="2026-10-15T15:19:53.609" v="534" actId="20577"/>
          <ac:spMkLst>
            <pc:docMk/>
            <pc:sldMk cId="0" sldId="269"/>
            <ac:spMk id="14" creationId="{76396944-63D5-922F-E569-924EDD2806A8}"/>
          </ac:spMkLst>
        </pc:spChg>
      </pc:sldChg>
      <pc:sldChg chg="addSp modSp">
        <pc:chgData name="Damien JACQ" userId="S::damien.jacq2@imt-atlantique.net::aafa2d1b-6d7e-4673-9ab7-64b3cee96a84" providerId="AD" clId="Web-{00000000-0000-0000-0000-000000000000}" dt="2026-10-15T15:05:28.135" v="459" actId="20577"/>
        <pc:sldMkLst>
          <pc:docMk/>
          <pc:sldMk cId="0" sldId="270"/>
        </pc:sldMkLst>
        <pc:spChg chg="add mod">
          <ac:chgData name="Damien JACQ" userId="S::damien.jacq2@imt-atlantique.net::aafa2d1b-6d7e-4673-9ab7-64b3cee96a84" providerId="AD" clId="Web-{00000000-0000-0000-0000-000000000000}" dt="2026-10-15T15:05:28.135" v="459" actId="20577"/>
          <ac:spMkLst>
            <pc:docMk/>
            <pc:sldMk cId="0" sldId="270"/>
            <ac:spMk id="15" creationId="{B13A874B-4633-4252-FA8F-EFB07DD608B1}"/>
          </ac:spMkLst>
        </pc:spChg>
      </pc:sldChg>
      <pc:sldChg chg="addSp modSp">
        <pc:chgData name="Damien JACQ" userId="S::damien.jacq2@imt-atlantique.net::aafa2d1b-6d7e-4673-9ab7-64b3cee96a84" providerId="AD" clId="Web-{00000000-0000-0000-0000-000000000000}" dt="2026-10-15T15:05:32.854" v="461" actId="20577"/>
        <pc:sldMkLst>
          <pc:docMk/>
          <pc:sldMk cId="0" sldId="271"/>
        </pc:sldMkLst>
        <pc:spChg chg="add mod">
          <ac:chgData name="Damien JACQ" userId="S::damien.jacq2@imt-atlantique.net::aafa2d1b-6d7e-4673-9ab7-64b3cee96a84" providerId="AD" clId="Web-{00000000-0000-0000-0000-000000000000}" dt="2026-10-15T15:05:32.854" v="461" actId="20577"/>
          <ac:spMkLst>
            <pc:docMk/>
            <pc:sldMk cId="0" sldId="271"/>
            <ac:spMk id="11" creationId="{59754EC5-DC5F-F85D-7AB3-3CDE08B306EF}"/>
          </ac:spMkLst>
        </pc:spChg>
      </pc:sldChg>
      <pc:sldChg chg="addSp delSp modSp add ord replId">
        <pc:chgData name="Damien JACQ" userId="S::damien.jacq2@imt-atlantique.net::aafa2d1b-6d7e-4673-9ab7-64b3cee96a84" providerId="AD" clId="Web-{00000000-0000-0000-0000-000000000000}" dt="2026-10-15T14:45:35.034" v="370"/>
        <pc:sldMkLst>
          <pc:docMk/>
          <pc:sldMk cId="3829866551" sldId="272"/>
        </pc:sldMkLst>
        <pc:spChg chg="mod">
          <ac:chgData name="Damien JACQ" userId="S::damien.jacq2@imt-atlantique.net::aafa2d1b-6d7e-4673-9ab7-64b3cee96a84" providerId="AD" clId="Web-{00000000-0000-0000-0000-000000000000}" dt="2026-10-15T14:44:45.299" v="368" actId="20577"/>
          <ac:spMkLst>
            <pc:docMk/>
            <pc:sldMk cId="3829866551" sldId="272"/>
            <ac:spMk id="2" creationId="{F4FA704C-9C84-8919-7A2D-033102EF34AE}"/>
          </ac:spMkLst>
        </pc:spChg>
        <pc:spChg chg="del">
          <ac:chgData name="Damien JACQ" userId="S::damien.jacq2@imt-atlantique.net::aafa2d1b-6d7e-4673-9ab7-64b3cee96a84" providerId="AD" clId="Web-{00000000-0000-0000-0000-000000000000}" dt="2026-10-15T14:42:02.908" v="342"/>
          <ac:spMkLst>
            <pc:docMk/>
            <pc:sldMk cId="3829866551" sldId="272"/>
            <ac:spMk id="3" creationId="{A8803DAB-57CD-82A9-E637-872C2587C39E}"/>
          </ac:spMkLst>
        </pc:spChg>
        <pc:spChg chg="del mod">
          <ac:chgData name="Damien JACQ" userId="S::damien.jacq2@imt-atlantique.net::aafa2d1b-6d7e-4673-9ab7-64b3cee96a84" providerId="AD" clId="Web-{00000000-0000-0000-0000-000000000000}" dt="2026-10-15T14:43:01.096" v="355"/>
          <ac:spMkLst>
            <pc:docMk/>
            <pc:sldMk cId="3829866551" sldId="272"/>
            <ac:spMk id="4" creationId="{24708657-DEAB-0EA9-29C7-EE7ADB790F8D}"/>
          </ac:spMkLst>
        </pc:spChg>
        <pc:spChg chg="del">
          <ac:chgData name="Damien JACQ" userId="S::damien.jacq2@imt-atlantique.net::aafa2d1b-6d7e-4673-9ab7-64b3cee96a84" providerId="AD" clId="Web-{00000000-0000-0000-0000-000000000000}" dt="2026-10-15T14:42:12.752" v="349"/>
          <ac:spMkLst>
            <pc:docMk/>
            <pc:sldMk cId="3829866551" sldId="272"/>
            <ac:spMk id="5" creationId="{67B344F0-87AA-BDE6-4F71-CE6329CEE205}"/>
          </ac:spMkLst>
        </pc:spChg>
        <pc:spChg chg="del">
          <ac:chgData name="Damien JACQ" userId="S::damien.jacq2@imt-atlantique.net::aafa2d1b-6d7e-4673-9ab7-64b3cee96a84" providerId="AD" clId="Web-{00000000-0000-0000-0000-000000000000}" dt="2026-10-15T14:42:03.486" v="343"/>
          <ac:spMkLst>
            <pc:docMk/>
            <pc:sldMk cId="3829866551" sldId="272"/>
            <ac:spMk id="6" creationId="{07CD0BBB-451E-B589-060B-AB3C6AF4003C}"/>
          </ac:spMkLst>
        </pc:spChg>
        <pc:spChg chg="del">
          <ac:chgData name="Damien JACQ" userId="S::damien.jacq2@imt-atlantique.net::aafa2d1b-6d7e-4673-9ab7-64b3cee96a84" providerId="AD" clId="Web-{00000000-0000-0000-0000-000000000000}" dt="2026-10-15T14:42:16.002" v="351"/>
          <ac:spMkLst>
            <pc:docMk/>
            <pc:sldMk cId="3829866551" sldId="272"/>
            <ac:spMk id="7" creationId="{F7F80E31-1920-A081-07CA-15A1F15DD5F2}"/>
          </ac:spMkLst>
        </pc:spChg>
        <pc:spChg chg="del">
          <ac:chgData name="Damien JACQ" userId="S::damien.jacq2@imt-atlantique.net::aafa2d1b-6d7e-4673-9ab7-64b3cee96a84" providerId="AD" clId="Web-{00000000-0000-0000-0000-000000000000}" dt="2026-10-15T14:42:14.361" v="350"/>
          <ac:spMkLst>
            <pc:docMk/>
            <pc:sldMk cId="3829866551" sldId="272"/>
            <ac:spMk id="8" creationId="{CBD609B6-FDC5-C2B7-5C9D-DC35C7ADF9F4}"/>
          </ac:spMkLst>
        </pc:spChg>
        <pc:spChg chg="del">
          <ac:chgData name="Damien JACQ" userId="S::damien.jacq2@imt-atlantique.net::aafa2d1b-6d7e-4673-9ab7-64b3cee96a84" providerId="AD" clId="Web-{00000000-0000-0000-0000-000000000000}" dt="2026-10-15T14:42:04.080" v="344"/>
          <ac:spMkLst>
            <pc:docMk/>
            <pc:sldMk cId="3829866551" sldId="272"/>
            <ac:spMk id="9" creationId="{84AAABA0-86EE-515B-2E06-262127D16043}"/>
          </ac:spMkLst>
        </pc:spChg>
        <pc:spChg chg="del mod">
          <ac:chgData name="Damien JACQ" userId="S::damien.jacq2@imt-atlantique.net::aafa2d1b-6d7e-4673-9ab7-64b3cee96a84" providerId="AD" clId="Web-{00000000-0000-0000-0000-000000000000}" dt="2026-10-15T14:42:19.627" v="353"/>
          <ac:spMkLst>
            <pc:docMk/>
            <pc:sldMk cId="3829866551" sldId="272"/>
            <ac:spMk id="10" creationId="{8EDB3C06-9088-A330-FECF-41C51C5B6864}"/>
          </ac:spMkLst>
        </pc:spChg>
        <pc:spChg chg="del">
          <ac:chgData name="Damien JACQ" userId="S::damien.jacq2@imt-atlantique.net::aafa2d1b-6d7e-4673-9ab7-64b3cee96a84" providerId="AD" clId="Web-{00000000-0000-0000-0000-000000000000}" dt="2026-10-15T14:42:20.689" v="354"/>
          <ac:spMkLst>
            <pc:docMk/>
            <pc:sldMk cId="3829866551" sldId="272"/>
            <ac:spMk id="11" creationId="{5DEDF22B-6279-D460-466F-66F86633E48C}"/>
          </ac:spMkLst>
        </pc:spChg>
        <pc:spChg chg="del">
          <ac:chgData name="Damien JACQ" userId="S::damien.jacq2@imt-atlantique.net::aafa2d1b-6d7e-4673-9ab7-64b3cee96a84" providerId="AD" clId="Web-{00000000-0000-0000-0000-000000000000}" dt="2026-10-15T14:42:10.939" v="348"/>
          <ac:spMkLst>
            <pc:docMk/>
            <pc:sldMk cId="3829866551" sldId="272"/>
            <ac:spMk id="12" creationId="{A0684A4C-1C8A-3A88-280E-F08D1CC5A2CE}"/>
          </ac:spMkLst>
        </pc:spChg>
        <pc:spChg chg="del">
          <ac:chgData name="Damien JACQ" userId="S::damien.jacq2@imt-atlantique.net::aafa2d1b-6d7e-4673-9ab7-64b3cee96a84" providerId="AD" clId="Web-{00000000-0000-0000-0000-000000000000}" dt="2026-10-15T14:42:08.705" v="346"/>
          <ac:spMkLst>
            <pc:docMk/>
            <pc:sldMk cId="3829866551" sldId="272"/>
            <ac:spMk id="13" creationId="{555CEDA4-4746-0EDC-CF0B-61A5B54AA97F}"/>
          </ac:spMkLst>
        </pc:spChg>
        <pc:spChg chg="del">
          <ac:chgData name="Damien JACQ" userId="S::damien.jacq2@imt-atlantique.net::aafa2d1b-6d7e-4673-9ab7-64b3cee96a84" providerId="AD" clId="Web-{00000000-0000-0000-0000-000000000000}" dt="2026-10-15T14:42:10.205" v="347"/>
          <ac:spMkLst>
            <pc:docMk/>
            <pc:sldMk cId="3829866551" sldId="272"/>
            <ac:spMk id="14" creationId="{EB35E316-6AA8-F737-5C6B-BA41EBD10864}"/>
          </ac:spMkLst>
        </pc:spChg>
        <pc:spChg chg="del mod">
          <ac:chgData name="Damien JACQ" userId="S::damien.jacq2@imt-atlantique.net::aafa2d1b-6d7e-4673-9ab7-64b3cee96a84" providerId="AD" clId="Web-{00000000-0000-0000-0000-000000000000}" dt="2026-10-15T14:45:35.034" v="370"/>
          <ac:spMkLst>
            <pc:docMk/>
            <pc:sldMk cId="3829866551" sldId="272"/>
            <ac:spMk id="17" creationId="{5B00C897-E84E-9243-4B23-552ED33F8B53}"/>
          </ac:spMkLst>
        </pc:spChg>
        <pc:picChg chg="add mod">
          <ac:chgData name="Damien JACQ" userId="S::damien.jacq2@imt-atlantique.net::aafa2d1b-6d7e-4673-9ab7-64b3cee96a84" providerId="AD" clId="Web-{00000000-0000-0000-0000-000000000000}" dt="2026-10-15T14:43:40.346" v="362" actId="1076"/>
          <ac:picMkLst>
            <pc:docMk/>
            <pc:sldMk cId="3829866551" sldId="272"/>
            <ac:picMk id="16" creationId="{70D322D1-AA03-0D55-8795-D117B1DC0C81}"/>
          </ac:picMkLst>
        </pc:picChg>
      </pc:sldChg>
      <pc:sldChg chg="addSp delSp modSp add ord replId">
        <pc:chgData name="Damien JACQ" userId="S::damien.jacq2@imt-atlantique.net::aafa2d1b-6d7e-4673-9ab7-64b3cee96a84" providerId="AD" clId="Web-{00000000-0000-0000-0000-000000000000}" dt="2026-10-15T15:26:04.095" v="589" actId="20577"/>
        <pc:sldMkLst>
          <pc:docMk/>
          <pc:sldMk cId="807490239" sldId="273"/>
        </pc:sldMkLst>
        <pc:spChg chg="mod">
          <ac:chgData name="Damien JACQ" userId="S::damien.jacq2@imt-atlantique.net::aafa2d1b-6d7e-4673-9ab7-64b3cee96a84" providerId="AD" clId="Web-{00000000-0000-0000-0000-000000000000}" dt="2026-10-15T15:04:17.666" v="434" actId="20577"/>
          <ac:spMkLst>
            <pc:docMk/>
            <pc:sldMk cId="807490239" sldId="273"/>
            <ac:spMk id="2" creationId="{CD1F1E9F-41C0-E834-3DD3-77CF826C36EF}"/>
          </ac:spMkLst>
        </pc:spChg>
        <pc:spChg chg="del">
          <ac:chgData name="Damien JACQ" userId="S::damien.jacq2@imt-atlantique.net::aafa2d1b-6d7e-4673-9ab7-64b3cee96a84" providerId="AD" clId="Web-{00000000-0000-0000-0000-000000000000}" dt="2026-10-15T15:04:26.306" v="439"/>
          <ac:spMkLst>
            <pc:docMk/>
            <pc:sldMk cId="807490239" sldId="273"/>
            <ac:spMk id="3" creationId="{0F5AEA26-C574-C83E-B20C-E4951FF693F4}"/>
          </ac:spMkLst>
        </pc:spChg>
        <pc:spChg chg="del">
          <ac:chgData name="Damien JACQ" userId="S::damien.jacq2@imt-atlantique.net::aafa2d1b-6d7e-4673-9ab7-64b3cee96a84" providerId="AD" clId="Web-{00000000-0000-0000-0000-000000000000}" dt="2026-10-15T15:04:29.588" v="442"/>
          <ac:spMkLst>
            <pc:docMk/>
            <pc:sldMk cId="807490239" sldId="273"/>
            <ac:spMk id="5" creationId="{457BB2D2-970B-5ADF-618E-534D87F1158B}"/>
          </ac:spMkLst>
        </pc:spChg>
        <pc:spChg chg="del">
          <ac:chgData name="Damien JACQ" userId="S::damien.jacq2@imt-atlantique.net::aafa2d1b-6d7e-4673-9ab7-64b3cee96a84" providerId="AD" clId="Web-{00000000-0000-0000-0000-000000000000}" dt="2026-10-15T15:04:25.900" v="438"/>
          <ac:spMkLst>
            <pc:docMk/>
            <pc:sldMk cId="807490239" sldId="273"/>
            <ac:spMk id="6" creationId="{A6406EA7-9527-D84D-E61C-87FC487CB90C}"/>
          </ac:spMkLst>
        </pc:spChg>
        <pc:spChg chg="del">
          <ac:chgData name="Damien JACQ" userId="S::damien.jacq2@imt-atlantique.net::aafa2d1b-6d7e-4673-9ab7-64b3cee96a84" providerId="AD" clId="Web-{00000000-0000-0000-0000-000000000000}" dt="2026-10-15T15:04:23.853" v="436"/>
          <ac:spMkLst>
            <pc:docMk/>
            <pc:sldMk cId="807490239" sldId="273"/>
            <ac:spMk id="7" creationId="{53C9A262-48ED-A99A-7CD2-59D5A4E29166}"/>
          </ac:spMkLst>
        </pc:spChg>
        <pc:spChg chg="del">
          <ac:chgData name="Damien JACQ" userId="S::damien.jacq2@imt-atlantique.net::aafa2d1b-6d7e-4673-9ab7-64b3cee96a84" providerId="AD" clId="Web-{00000000-0000-0000-0000-000000000000}" dt="2026-10-15T15:04:25.244" v="437"/>
          <ac:spMkLst>
            <pc:docMk/>
            <pc:sldMk cId="807490239" sldId="273"/>
            <ac:spMk id="8" creationId="{72E65EE7-27EC-7C01-4B37-7991822301C7}"/>
          </ac:spMkLst>
        </pc:spChg>
        <pc:spChg chg="del">
          <ac:chgData name="Damien JACQ" userId="S::damien.jacq2@imt-atlantique.net::aafa2d1b-6d7e-4673-9ab7-64b3cee96a84" providerId="AD" clId="Web-{00000000-0000-0000-0000-000000000000}" dt="2026-10-15T15:04:27.509" v="441"/>
          <ac:spMkLst>
            <pc:docMk/>
            <pc:sldMk cId="807490239" sldId="273"/>
            <ac:spMk id="9" creationId="{5E95DB25-8BED-4089-63B8-784CAD8A5BC6}"/>
          </ac:spMkLst>
        </pc:spChg>
        <pc:spChg chg="del">
          <ac:chgData name="Damien JACQ" userId="S::damien.jacq2@imt-atlantique.net::aafa2d1b-6d7e-4673-9ab7-64b3cee96a84" providerId="AD" clId="Web-{00000000-0000-0000-0000-000000000000}" dt="2026-10-15T15:04:27.088" v="440"/>
          <ac:spMkLst>
            <pc:docMk/>
            <pc:sldMk cId="807490239" sldId="273"/>
            <ac:spMk id="10" creationId="{8A281F39-3FDA-D000-5B93-2860782C4FD4}"/>
          </ac:spMkLst>
        </pc:spChg>
        <pc:spChg chg="add mod">
          <ac:chgData name="Damien JACQ" userId="S::damien.jacq2@imt-atlantique.net::aafa2d1b-6d7e-4673-9ab7-64b3cee96a84" providerId="AD" clId="Web-{00000000-0000-0000-0000-000000000000}" dt="2026-10-15T15:26:04.095" v="589" actId="20577"/>
          <ac:spMkLst>
            <pc:docMk/>
            <pc:sldMk cId="807490239" sldId="273"/>
            <ac:spMk id="13" creationId="{6B590A9E-BF6A-459E-6713-D07C3FC327CE}"/>
          </ac:spMkLst>
        </pc:spChg>
        <pc:spChg chg="mod">
          <ac:chgData name="Damien JACQ" userId="S::damien.jacq2@imt-atlantique.net::aafa2d1b-6d7e-4673-9ab7-64b3cee96a84" providerId="AD" clId="Web-{00000000-0000-0000-0000-000000000000}" dt="2026-10-15T15:19:56.703" v="536" actId="20577"/>
          <ac:spMkLst>
            <pc:docMk/>
            <pc:sldMk cId="807490239" sldId="273"/>
            <ac:spMk id="14" creationId="{CDFDCB00-0B9E-89DD-88A9-E0E8F81D469B}"/>
          </ac:spMkLst>
        </pc:spChg>
        <pc:picChg chg="del">
          <ac:chgData name="Damien JACQ" userId="S::damien.jacq2@imt-atlantique.net::aafa2d1b-6d7e-4673-9ab7-64b3cee96a84" providerId="AD" clId="Web-{00000000-0000-0000-0000-000000000000}" dt="2026-10-15T15:04:19.541" v="435"/>
          <ac:picMkLst>
            <pc:docMk/>
            <pc:sldMk cId="807490239" sldId="273"/>
            <ac:picMk id="4" creationId="{31C42999-8120-85FA-C7B5-86C4302460D5}"/>
          </ac:picMkLst>
        </pc:picChg>
      </pc:sldChg>
      <pc:sldMasterChg chg="mod modSldLayout">
        <pc:chgData name="Damien JACQ" userId="S::damien.jacq2@imt-atlantique.net::aafa2d1b-6d7e-4673-9ab7-64b3cee96a84" providerId="AD" clId="Web-{00000000-0000-0000-0000-000000000000}" dt="2026-10-15T14:30:31.966" v="251"/>
        <pc:sldMasterMkLst>
          <pc:docMk/>
          <pc:sldMasterMk cId="0" sldId="2147483648"/>
        </pc:sldMasterMkLst>
        <pc:sldLayoutChg chg="mod">
          <pc:chgData name="Damien JACQ" userId="S::damien.jacq2@imt-atlantique.net::aafa2d1b-6d7e-4673-9ab7-64b3cee96a84" providerId="AD" clId="Web-{00000000-0000-0000-0000-000000000000}" dt="2026-10-15T14:30:31.966" v="251"/>
          <pc:sldLayoutMkLst>
            <pc:docMk/>
            <pc:sldMasterMk cId="0" sldId="2147483648"/>
            <pc:sldLayoutMk cId="0" sldId="2147483649"/>
          </pc:sldLayoutMkLst>
        </pc:sldLayoutChg>
        <pc:sldLayoutChg chg="mod">
          <pc:chgData name="Damien JACQ" userId="S::damien.jacq2@imt-atlantique.net::aafa2d1b-6d7e-4673-9ab7-64b3cee96a84" providerId="AD" clId="Web-{00000000-0000-0000-0000-000000000000}" dt="2026-10-15T14:30:31.966" v="251"/>
          <pc:sldLayoutMkLst>
            <pc:docMk/>
            <pc:sldMasterMk cId="0" sldId="2147483648"/>
            <pc:sldLayoutMk cId="0" sldId="2147483650"/>
          </pc:sldLayoutMkLst>
        </pc:sldLayoutChg>
      </pc:sldMasterChg>
    </pc:docChg>
  </pc:docChgLst>
  <pc:docChgLst>
    <pc:chgData name="Damien JACQ" userId="S::damien.jacq2@imt-atlantique.net::aafa2d1b-6d7e-4673-9ab7-64b3cee96a84" providerId="AD" clId="Web-{1473FB7E-0F80-6C5D-A7CF-1CF15C6722BB}"/>
    <pc:docChg chg="modSld">
      <pc:chgData name="Damien JACQ" userId="S::damien.jacq2@imt-atlantique.net::aafa2d1b-6d7e-4673-9ab7-64b3cee96a84" providerId="AD" clId="Web-{1473FB7E-0F80-6C5D-A7CF-1CF15C6722BB}" dt="2026-10-15T16:10:34.514" v="61"/>
      <pc:docMkLst>
        <pc:docMk/>
      </pc:docMkLst>
      <pc:sldChg chg="addSp delSp modSp">
        <pc:chgData name="Damien JACQ" userId="S::damien.jacq2@imt-atlantique.net::aafa2d1b-6d7e-4673-9ab7-64b3cee96a84" providerId="AD" clId="Web-{1473FB7E-0F80-6C5D-A7CF-1CF15C6722BB}" dt="2026-10-15T16:08:35.748" v="19" actId="1076"/>
        <pc:sldMkLst>
          <pc:docMk/>
          <pc:sldMk cId="0" sldId="256"/>
        </pc:sldMkLst>
        <pc:spChg chg="add del mod">
          <ac:chgData name="Damien JACQ" userId="S::damien.jacq2@imt-atlantique.net::aafa2d1b-6d7e-4673-9ab7-64b3cee96a84" providerId="AD" clId="Web-{1473FB7E-0F80-6C5D-A7CF-1CF15C6722BB}" dt="2026-10-15T16:08:17.795" v="13"/>
          <ac:spMkLst>
            <pc:docMk/>
            <pc:sldMk cId="0" sldId="256"/>
            <ac:spMk id="6" creationId="{93056543-400F-E5FA-D3E9-523BEEDF784F}"/>
          </ac:spMkLst>
        </pc:spChg>
        <pc:spChg chg="add mod">
          <ac:chgData name="Damien JACQ" userId="S::damien.jacq2@imt-atlantique.net::aafa2d1b-6d7e-4673-9ab7-64b3cee96a84" providerId="AD" clId="Web-{1473FB7E-0F80-6C5D-A7CF-1CF15C6722BB}" dt="2026-10-15T16:08:35.748" v="19" actId="1076"/>
          <ac:spMkLst>
            <pc:docMk/>
            <pc:sldMk cId="0" sldId="256"/>
            <ac:spMk id="7" creationId="{F1616502-666C-8B09-9007-043AA5DA53B5}"/>
          </ac:spMkLst>
        </pc:spChg>
      </pc:sldChg>
      <pc:sldChg chg="addSp">
        <pc:chgData name="Damien JACQ" userId="S::damien.jacq2@imt-atlantique.net::aafa2d1b-6d7e-4673-9ab7-64b3cee96a84" providerId="AD" clId="Web-{1473FB7E-0F80-6C5D-A7CF-1CF15C6722BB}" dt="2026-10-15T16:08:46.389" v="20"/>
        <pc:sldMkLst>
          <pc:docMk/>
          <pc:sldMk cId="0" sldId="257"/>
        </pc:sldMkLst>
        <pc:spChg chg="add">
          <ac:chgData name="Damien JACQ" userId="S::damien.jacq2@imt-atlantique.net::aafa2d1b-6d7e-4673-9ab7-64b3cee96a84" providerId="AD" clId="Web-{1473FB7E-0F80-6C5D-A7CF-1CF15C6722BB}" dt="2026-10-15T16:08:46.389" v="20"/>
          <ac:spMkLst>
            <pc:docMk/>
            <pc:sldMk cId="0" sldId="257"/>
            <ac:spMk id="18" creationId="{426F55DA-E54C-06CB-C7C5-728EB7A5D5E1}"/>
          </ac:spMkLst>
        </pc:spChg>
      </pc:sldChg>
      <pc:sldChg chg="addSp modSp">
        <pc:chgData name="Damien JACQ" userId="S::damien.jacq2@imt-atlantique.net::aafa2d1b-6d7e-4673-9ab7-64b3cee96a84" providerId="AD" clId="Web-{1473FB7E-0F80-6C5D-A7CF-1CF15C6722BB}" dt="2026-10-15T16:08:56.936" v="23" actId="20577"/>
        <pc:sldMkLst>
          <pc:docMk/>
          <pc:sldMk cId="0" sldId="258"/>
        </pc:sldMkLst>
        <pc:spChg chg="add mod">
          <ac:chgData name="Damien JACQ" userId="S::damien.jacq2@imt-atlantique.net::aafa2d1b-6d7e-4673-9ab7-64b3cee96a84" providerId="AD" clId="Web-{1473FB7E-0F80-6C5D-A7CF-1CF15C6722BB}" dt="2026-10-15T16:08:56.936" v="23" actId="20577"/>
          <ac:spMkLst>
            <pc:docMk/>
            <pc:sldMk cId="0" sldId="258"/>
            <ac:spMk id="19" creationId="{ED01E2D1-07D2-CD1A-1DF5-5471FAEA213B}"/>
          </ac:spMkLst>
        </pc:spChg>
      </pc:sldChg>
      <pc:sldChg chg="addSp modSp">
        <pc:chgData name="Damien JACQ" userId="S::damien.jacq2@imt-atlantique.net::aafa2d1b-6d7e-4673-9ab7-64b3cee96a84" providerId="AD" clId="Web-{1473FB7E-0F80-6C5D-A7CF-1CF15C6722BB}" dt="2026-10-15T16:09:12.280" v="29" actId="20577"/>
        <pc:sldMkLst>
          <pc:docMk/>
          <pc:sldMk cId="0" sldId="259"/>
        </pc:sldMkLst>
        <pc:spChg chg="add mod">
          <ac:chgData name="Damien JACQ" userId="S::damien.jacq2@imt-atlantique.net::aafa2d1b-6d7e-4673-9ab7-64b3cee96a84" providerId="AD" clId="Web-{1473FB7E-0F80-6C5D-A7CF-1CF15C6722BB}" dt="2026-10-15T16:09:12.280" v="29" actId="20577"/>
          <ac:spMkLst>
            <pc:docMk/>
            <pc:sldMk cId="0" sldId="259"/>
            <ac:spMk id="18" creationId="{5986BE68-5385-D375-B637-C0E37A522175}"/>
          </ac:spMkLst>
        </pc:spChg>
      </pc:sldChg>
      <pc:sldChg chg="addSp modSp">
        <pc:chgData name="Damien JACQ" userId="S::damien.jacq2@imt-atlantique.net::aafa2d1b-6d7e-4673-9ab7-64b3cee96a84" providerId="AD" clId="Web-{1473FB7E-0F80-6C5D-A7CF-1CF15C6722BB}" dt="2026-10-15T16:09:18.186" v="32" actId="20577"/>
        <pc:sldMkLst>
          <pc:docMk/>
          <pc:sldMk cId="0" sldId="260"/>
        </pc:sldMkLst>
        <pc:spChg chg="add mod">
          <ac:chgData name="Damien JACQ" userId="S::damien.jacq2@imt-atlantique.net::aafa2d1b-6d7e-4673-9ab7-64b3cee96a84" providerId="AD" clId="Web-{1473FB7E-0F80-6C5D-A7CF-1CF15C6722BB}" dt="2026-10-15T16:09:18.186" v="32" actId="20577"/>
          <ac:spMkLst>
            <pc:docMk/>
            <pc:sldMk cId="0" sldId="260"/>
            <ac:spMk id="18" creationId="{FEA55F2B-E072-A611-060B-69F4D8D82871}"/>
          </ac:spMkLst>
        </pc:spChg>
      </pc:sldChg>
      <pc:sldChg chg="addSp modSp">
        <pc:chgData name="Damien JACQ" userId="S::damien.jacq2@imt-atlantique.net::aafa2d1b-6d7e-4673-9ab7-64b3cee96a84" providerId="AD" clId="Web-{1473FB7E-0F80-6C5D-A7CF-1CF15C6722BB}" dt="2026-10-15T16:09:27.498" v="35" actId="20577"/>
        <pc:sldMkLst>
          <pc:docMk/>
          <pc:sldMk cId="0" sldId="261"/>
        </pc:sldMkLst>
        <pc:spChg chg="add mod">
          <ac:chgData name="Damien JACQ" userId="S::damien.jacq2@imt-atlantique.net::aafa2d1b-6d7e-4673-9ab7-64b3cee96a84" providerId="AD" clId="Web-{1473FB7E-0F80-6C5D-A7CF-1CF15C6722BB}" dt="2026-10-15T16:09:27.498" v="35" actId="20577"/>
          <ac:spMkLst>
            <pc:docMk/>
            <pc:sldMk cId="0" sldId="261"/>
            <ac:spMk id="21" creationId="{19F7BE43-D160-2CF5-A415-DDA87623C4F1}"/>
          </ac:spMkLst>
        </pc:spChg>
      </pc:sldChg>
      <pc:sldChg chg="addSp modSp">
        <pc:chgData name="Damien JACQ" userId="S::damien.jacq2@imt-atlantique.net::aafa2d1b-6d7e-4673-9ab7-64b3cee96a84" providerId="AD" clId="Web-{1473FB7E-0F80-6C5D-A7CF-1CF15C6722BB}" dt="2026-10-15T16:09:32.920" v="38" actId="20577"/>
        <pc:sldMkLst>
          <pc:docMk/>
          <pc:sldMk cId="0" sldId="262"/>
        </pc:sldMkLst>
        <pc:spChg chg="add mod">
          <ac:chgData name="Damien JACQ" userId="S::damien.jacq2@imt-atlantique.net::aafa2d1b-6d7e-4673-9ab7-64b3cee96a84" providerId="AD" clId="Web-{1473FB7E-0F80-6C5D-A7CF-1CF15C6722BB}" dt="2026-10-15T16:09:32.920" v="38" actId="20577"/>
          <ac:spMkLst>
            <pc:docMk/>
            <pc:sldMk cId="0" sldId="262"/>
            <ac:spMk id="15" creationId="{45E93C7F-EBCE-CE19-1639-165BA3362DD8}"/>
          </ac:spMkLst>
        </pc:spChg>
      </pc:sldChg>
      <pc:sldChg chg="addSp modSp">
        <pc:chgData name="Damien JACQ" userId="S::damien.jacq2@imt-atlantique.net::aafa2d1b-6d7e-4673-9ab7-64b3cee96a84" providerId="AD" clId="Web-{1473FB7E-0F80-6C5D-A7CF-1CF15C6722BB}" dt="2026-10-15T16:09:38.623" v="41" actId="20577"/>
        <pc:sldMkLst>
          <pc:docMk/>
          <pc:sldMk cId="0" sldId="263"/>
        </pc:sldMkLst>
        <pc:spChg chg="add mod">
          <ac:chgData name="Damien JACQ" userId="S::damien.jacq2@imt-atlantique.net::aafa2d1b-6d7e-4673-9ab7-64b3cee96a84" providerId="AD" clId="Web-{1473FB7E-0F80-6C5D-A7CF-1CF15C6722BB}" dt="2026-10-15T16:09:38.623" v="41" actId="20577"/>
          <ac:spMkLst>
            <pc:docMk/>
            <pc:sldMk cId="0" sldId="263"/>
            <ac:spMk id="17" creationId="{89AE9FE5-0976-46DE-7BA5-563B9050F0C9}"/>
          </ac:spMkLst>
        </pc:spChg>
      </pc:sldChg>
      <pc:sldChg chg="addSp modSp">
        <pc:chgData name="Damien JACQ" userId="S::damien.jacq2@imt-atlantique.net::aafa2d1b-6d7e-4673-9ab7-64b3cee96a84" providerId="AD" clId="Web-{1473FB7E-0F80-6C5D-A7CF-1CF15C6722BB}" dt="2026-10-15T16:09:48.295" v="44" actId="20577"/>
        <pc:sldMkLst>
          <pc:docMk/>
          <pc:sldMk cId="0" sldId="264"/>
        </pc:sldMkLst>
        <pc:spChg chg="add mod">
          <ac:chgData name="Damien JACQ" userId="S::damien.jacq2@imt-atlantique.net::aafa2d1b-6d7e-4673-9ab7-64b3cee96a84" providerId="AD" clId="Web-{1473FB7E-0F80-6C5D-A7CF-1CF15C6722BB}" dt="2026-10-15T16:09:48.295" v="44" actId="20577"/>
          <ac:spMkLst>
            <pc:docMk/>
            <pc:sldMk cId="0" sldId="264"/>
            <ac:spMk id="15" creationId="{E78853C0-42DB-B342-21F2-A1ACE7A9A24B}"/>
          </ac:spMkLst>
        </pc:spChg>
      </pc:sldChg>
      <pc:sldChg chg="addSp modSp">
        <pc:chgData name="Damien JACQ" userId="S::damien.jacq2@imt-atlantique.net::aafa2d1b-6d7e-4673-9ab7-64b3cee96a84" providerId="AD" clId="Web-{1473FB7E-0F80-6C5D-A7CF-1CF15C6722BB}" dt="2026-10-15T16:09:56.905" v="47" actId="20577"/>
        <pc:sldMkLst>
          <pc:docMk/>
          <pc:sldMk cId="0" sldId="265"/>
        </pc:sldMkLst>
        <pc:spChg chg="add mod">
          <ac:chgData name="Damien JACQ" userId="S::damien.jacq2@imt-atlantique.net::aafa2d1b-6d7e-4673-9ab7-64b3cee96a84" providerId="AD" clId="Web-{1473FB7E-0F80-6C5D-A7CF-1CF15C6722BB}" dt="2026-10-15T16:09:56.905" v="47" actId="20577"/>
          <ac:spMkLst>
            <pc:docMk/>
            <pc:sldMk cId="0" sldId="265"/>
            <ac:spMk id="13" creationId="{BE123DC5-344C-D9CF-1697-8CC36BBB0412}"/>
          </ac:spMkLst>
        </pc:spChg>
      </pc:sldChg>
      <pc:sldChg chg="addSp modSp">
        <pc:chgData name="Damien JACQ" userId="S::damien.jacq2@imt-atlantique.net::aafa2d1b-6d7e-4673-9ab7-64b3cee96a84" providerId="AD" clId="Web-{1473FB7E-0F80-6C5D-A7CF-1CF15C6722BB}" dt="2026-10-15T16:10:06.561" v="50" actId="20577"/>
        <pc:sldMkLst>
          <pc:docMk/>
          <pc:sldMk cId="0" sldId="266"/>
        </pc:sldMkLst>
        <pc:spChg chg="add mod">
          <ac:chgData name="Damien JACQ" userId="S::damien.jacq2@imt-atlantique.net::aafa2d1b-6d7e-4673-9ab7-64b3cee96a84" providerId="AD" clId="Web-{1473FB7E-0F80-6C5D-A7CF-1CF15C6722BB}" dt="2026-10-15T16:10:06.561" v="50" actId="20577"/>
          <ac:spMkLst>
            <pc:docMk/>
            <pc:sldMk cId="0" sldId="266"/>
            <ac:spMk id="18" creationId="{D4E43D35-C5D3-F871-4422-6F857943B885}"/>
          </ac:spMkLst>
        </pc:spChg>
      </pc:sldChg>
      <pc:sldChg chg="addSp modSp">
        <pc:chgData name="Damien JACQ" userId="S::damien.jacq2@imt-atlantique.net::aafa2d1b-6d7e-4673-9ab7-64b3cee96a84" providerId="AD" clId="Web-{1473FB7E-0F80-6C5D-A7CF-1CF15C6722BB}" dt="2026-10-15T16:10:13.389" v="53" actId="20577"/>
        <pc:sldMkLst>
          <pc:docMk/>
          <pc:sldMk cId="0" sldId="267"/>
        </pc:sldMkLst>
        <pc:spChg chg="add mod">
          <ac:chgData name="Damien JACQ" userId="S::damien.jacq2@imt-atlantique.net::aafa2d1b-6d7e-4673-9ab7-64b3cee96a84" providerId="AD" clId="Web-{1473FB7E-0F80-6C5D-A7CF-1CF15C6722BB}" dt="2026-10-15T16:10:13.389" v="53" actId="20577"/>
          <ac:spMkLst>
            <pc:docMk/>
            <pc:sldMk cId="0" sldId="267"/>
            <ac:spMk id="16" creationId="{B03205EF-3C36-C51B-60D6-53B30E244ECF}"/>
          </ac:spMkLst>
        </pc:spChg>
      </pc:sldChg>
      <pc:sldChg chg="addSp modSp">
        <pc:chgData name="Damien JACQ" userId="S::damien.jacq2@imt-atlantique.net::aafa2d1b-6d7e-4673-9ab7-64b3cee96a84" providerId="AD" clId="Web-{1473FB7E-0F80-6C5D-A7CF-1CF15C6722BB}" dt="2026-10-15T16:10:21.842" v="56" actId="20577"/>
        <pc:sldMkLst>
          <pc:docMk/>
          <pc:sldMk cId="0" sldId="268"/>
        </pc:sldMkLst>
        <pc:spChg chg="add mod">
          <ac:chgData name="Damien JACQ" userId="S::damien.jacq2@imt-atlantique.net::aafa2d1b-6d7e-4673-9ab7-64b3cee96a84" providerId="AD" clId="Web-{1473FB7E-0F80-6C5D-A7CF-1CF15C6722BB}" dt="2026-10-15T16:10:21.842" v="56" actId="20577"/>
          <ac:spMkLst>
            <pc:docMk/>
            <pc:sldMk cId="0" sldId="268"/>
            <ac:spMk id="15" creationId="{839F134F-E720-FD87-172D-38FD4C1FFA9D}"/>
          </ac:spMkLst>
        </pc:spChg>
      </pc:sldChg>
      <pc:sldChg chg="addSp modSp">
        <pc:chgData name="Damien JACQ" userId="S::damien.jacq2@imt-atlantique.net::aafa2d1b-6d7e-4673-9ab7-64b3cee96a84" providerId="AD" clId="Web-{1473FB7E-0F80-6C5D-A7CF-1CF15C6722BB}" dt="2026-10-15T16:10:26.295" v="59" actId="20577"/>
        <pc:sldMkLst>
          <pc:docMk/>
          <pc:sldMk cId="0" sldId="269"/>
        </pc:sldMkLst>
        <pc:spChg chg="add mod">
          <ac:chgData name="Damien JACQ" userId="S::damien.jacq2@imt-atlantique.net::aafa2d1b-6d7e-4673-9ab7-64b3cee96a84" providerId="AD" clId="Web-{1473FB7E-0F80-6C5D-A7CF-1CF15C6722BB}" dt="2026-10-15T16:10:26.295" v="59" actId="20577"/>
          <ac:spMkLst>
            <pc:docMk/>
            <pc:sldMk cId="0" sldId="269"/>
            <ac:spMk id="15" creationId="{B738CA46-A12F-C9B6-5EAB-298330510C53}"/>
          </ac:spMkLst>
        </pc:spChg>
      </pc:sldChg>
      <pc:sldChg chg="addSp">
        <pc:chgData name="Damien JACQ" userId="S::damien.jacq2@imt-atlantique.net::aafa2d1b-6d7e-4673-9ab7-64b3cee96a84" providerId="AD" clId="Web-{1473FB7E-0F80-6C5D-A7CF-1CF15C6722BB}" dt="2026-10-15T16:10:34.514" v="61"/>
        <pc:sldMkLst>
          <pc:docMk/>
          <pc:sldMk cId="0" sldId="270"/>
        </pc:sldMkLst>
        <pc:spChg chg="add">
          <ac:chgData name="Damien JACQ" userId="S::damien.jacq2@imt-atlantique.net::aafa2d1b-6d7e-4673-9ab7-64b3cee96a84" providerId="AD" clId="Web-{1473FB7E-0F80-6C5D-A7CF-1CF15C6722BB}" dt="2026-10-15T16:10:34.514" v="61"/>
          <ac:spMkLst>
            <pc:docMk/>
            <pc:sldMk cId="0" sldId="270"/>
            <ac:spMk id="16" creationId="{46049413-FCDE-EF01-FA9A-8DD43E4C7C1E}"/>
          </ac:spMkLst>
        </pc:spChg>
      </pc:sldChg>
      <pc:sldChg chg="addSp modSp">
        <pc:chgData name="Damien JACQ" userId="S::damien.jacq2@imt-atlantique.net::aafa2d1b-6d7e-4673-9ab7-64b3cee96a84" providerId="AD" clId="Web-{1473FB7E-0F80-6C5D-A7CF-1CF15C6722BB}" dt="2026-10-15T16:09:04.795" v="26" actId="20577"/>
        <pc:sldMkLst>
          <pc:docMk/>
          <pc:sldMk cId="3829866551" sldId="272"/>
        </pc:sldMkLst>
        <pc:spChg chg="add mod">
          <ac:chgData name="Damien JACQ" userId="S::damien.jacq2@imt-atlantique.net::aafa2d1b-6d7e-4673-9ab7-64b3cee96a84" providerId="AD" clId="Web-{1473FB7E-0F80-6C5D-A7CF-1CF15C6722BB}" dt="2026-10-15T16:09:04.795" v="26" actId="20577"/>
          <ac:spMkLst>
            <pc:docMk/>
            <pc:sldMk cId="3829866551" sldId="272"/>
            <ac:spMk id="4" creationId="{9280C219-A831-81C4-2E1A-563F40B60A73}"/>
          </ac:spMkLst>
        </pc:spChg>
      </pc:sldChg>
      <pc:sldChg chg="addSp modSp">
        <pc:chgData name="Damien JACQ" userId="S::damien.jacq2@imt-atlantique.net::aafa2d1b-6d7e-4673-9ab7-64b3cee96a84" providerId="AD" clId="Web-{1473FB7E-0F80-6C5D-A7CF-1CF15C6722BB}" dt="2026-10-15T16:10:31.452" v="60"/>
        <pc:sldMkLst>
          <pc:docMk/>
          <pc:sldMk cId="807490239" sldId="273"/>
        </pc:sldMkLst>
        <pc:spChg chg="add">
          <ac:chgData name="Damien JACQ" userId="S::damien.jacq2@imt-atlantique.net::aafa2d1b-6d7e-4673-9ab7-64b3cee96a84" providerId="AD" clId="Web-{1473FB7E-0F80-6C5D-A7CF-1CF15C6722BB}" dt="2026-10-15T16:10:31.452" v="60"/>
          <ac:spMkLst>
            <pc:docMk/>
            <pc:sldMk cId="807490239" sldId="273"/>
            <ac:spMk id="4" creationId="{DC9FC1F7-6225-648C-03F2-9D30276081A5}"/>
          </ac:spMkLst>
        </pc:spChg>
        <pc:spChg chg="mod">
          <ac:chgData name="Damien JACQ" userId="S::damien.jacq2@imt-atlantique.net::aafa2d1b-6d7e-4673-9ab7-64b3cee96a84" providerId="AD" clId="Web-{1473FB7E-0F80-6C5D-A7CF-1CF15C6722BB}" dt="2026-10-15T16:00:17.920" v="6" actId="20577"/>
          <ac:spMkLst>
            <pc:docMk/>
            <pc:sldMk cId="807490239" sldId="273"/>
            <ac:spMk id="13" creationId="{6B590A9E-BF6A-459E-6713-D07C3FC327CE}"/>
          </ac:spMkLst>
        </pc:spChg>
      </pc:sldChg>
    </pc:docChg>
  </pc:docChgLst>
  <pc:docChgLst>
    <pc:chgData name="Damien JACQ" userId="S::damien.jacq2@imt-atlantique.net::aafa2d1b-6d7e-4673-9ab7-64b3cee96a84" providerId="AD" clId="Web-{BD53E1D7-ECE9-B008-F164-B9D511917C73}"/>
    <pc:docChg chg="modSld">
      <pc:chgData name="Damien JACQ" userId="S::damien.jacq2@imt-atlantique.net::aafa2d1b-6d7e-4673-9ab7-64b3cee96a84" providerId="AD" clId="Web-{BD53E1D7-ECE9-B008-F164-B9D511917C73}" dt="2026-10-15T19:35:08.334" v="424" actId="20577"/>
      <pc:docMkLst>
        <pc:docMk/>
      </pc:docMkLst>
      <pc:sldChg chg="addSp delSp modSp">
        <pc:chgData name="Damien JACQ" userId="S::damien.jacq2@imt-atlantique.net::aafa2d1b-6d7e-4673-9ab7-64b3cee96a84" providerId="AD" clId="Web-{BD53E1D7-ECE9-B008-F164-B9D511917C73}" dt="2026-10-15T19:35:08.334" v="424" actId="20577"/>
        <pc:sldMkLst>
          <pc:docMk/>
          <pc:sldMk cId="0" sldId="270"/>
        </pc:sldMkLst>
        <pc:spChg chg="mod">
          <ac:chgData name="Damien JACQ" userId="S::damien.jacq2@imt-atlantique.net::aafa2d1b-6d7e-4673-9ab7-64b3cee96a84" providerId="AD" clId="Web-{BD53E1D7-ECE9-B008-F164-B9D511917C73}" dt="2026-10-15T19:31:23.361" v="378" actId="20577"/>
          <ac:spMkLst>
            <pc:docMk/>
            <pc:sldMk cId="0" sldId="270"/>
            <ac:spMk id="10" creationId="{00000000-0000-0000-0000-000000000000}"/>
          </ac:spMkLst>
        </pc:spChg>
        <pc:spChg chg="mod">
          <ac:chgData name="Damien JACQ" userId="S::damien.jacq2@imt-atlantique.net::aafa2d1b-6d7e-4673-9ab7-64b3cee96a84" providerId="AD" clId="Web-{BD53E1D7-ECE9-B008-F164-B9D511917C73}" dt="2026-10-15T19:31:17.033" v="360" actId="20577"/>
          <ac:spMkLst>
            <pc:docMk/>
            <pc:sldMk cId="0" sldId="270"/>
            <ac:spMk id="11" creationId="{00000000-0000-0000-0000-000000000000}"/>
          </ac:spMkLst>
        </pc:spChg>
        <pc:spChg chg="add del mod">
          <ac:chgData name="Damien JACQ" userId="S::damien.jacq2@imt-atlantique.net::aafa2d1b-6d7e-4673-9ab7-64b3cee96a84" providerId="AD" clId="Web-{BD53E1D7-ECE9-B008-F164-B9D511917C73}" dt="2026-10-15T19:34:19.552" v="381"/>
          <ac:spMkLst>
            <pc:docMk/>
            <pc:sldMk cId="0" sldId="270"/>
            <ac:spMk id="14" creationId="{433E969A-CAA0-C9FF-8B20-740D989BF2C3}"/>
          </ac:spMkLst>
        </pc:spChg>
        <pc:spChg chg="add mod">
          <ac:chgData name="Damien JACQ" userId="S::damien.jacq2@imt-atlantique.net::aafa2d1b-6d7e-4673-9ab7-64b3cee96a84" providerId="AD" clId="Web-{BD53E1D7-ECE9-B008-F164-B9D511917C73}" dt="2026-10-15T19:35:08.334" v="424" actId="20577"/>
          <ac:spMkLst>
            <pc:docMk/>
            <pc:sldMk cId="0" sldId="270"/>
            <ac:spMk id="18" creationId="{CE2C8C18-E959-5247-2564-F622C70E41D0}"/>
          </ac:spMkLst>
        </pc:spChg>
      </pc:sldChg>
      <pc:sldChg chg="addSp delSp modSp">
        <pc:chgData name="Damien JACQ" userId="S::damien.jacq2@imt-atlantique.net::aafa2d1b-6d7e-4673-9ab7-64b3cee96a84" providerId="AD" clId="Web-{BD53E1D7-ECE9-B008-F164-B9D511917C73}" dt="2026-10-15T19:23:16.447" v="315" actId="20577"/>
        <pc:sldMkLst>
          <pc:docMk/>
          <pc:sldMk cId="807490239" sldId="273"/>
        </pc:sldMkLst>
        <pc:spChg chg="add mod">
          <ac:chgData name="Damien JACQ" userId="S::damien.jacq2@imt-atlantique.net::aafa2d1b-6d7e-4673-9ab7-64b3cee96a84" providerId="AD" clId="Web-{BD53E1D7-ECE9-B008-F164-B9D511917C73}" dt="2026-10-15T19:20:38.070" v="311" actId="20577"/>
          <ac:spMkLst>
            <pc:docMk/>
            <pc:sldMk cId="807490239" sldId="273"/>
            <ac:spMk id="5" creationId="{FD61968F-25B7-694A-FB6B-1DA401DEF762}"/>
          </ac:spMkLst>
        </pc:spChg>
        <pc:spChg chg="del">
          <ac:chgData name="Damien JACQ" userId="S::damien.jacq2@imt-atlantique.net::aafa2d1b-6d7e-4673-9ab7-64b3cee96a84" providerId="AD" clId="Web-{BD53E1D7-ECE9-B008-F164-B9D511917C73}" dt="2026-10-15T19:03:15.209" v="238"/>
          <ac:spMkLst>
            <pc:docMk/>
            <pc:sldMk cId="807490239" sldId="273"/>
            <ac:spMk id="11" creationId="{56A2E80A-6688-061D-EBE0-2D5C3DC2FFB9}"/>
          </ac:spMkLst>
        </pc:spChg>
        <pc:spChg chg="mod">
          <ac:chgData name="Damien JACQ" userId="S::damien.jacq2@imt-atlantique.net::aafa2d1b-6d7e-4673-9ab7-64b3cee96a84" providerId="AD" clId="Web-{BD53E1D7-ECE9-B008-F164-B9D511917C73}" dt="2026-10-15T19:23:16.447" v="315" actId="20577"/>
          <ac:spMkLst>
            <pc:docMk/>
            <pc:sldMk cId="807490239" sldId="273"/>
            <ac:spMk id="13" creationId="{6B590A9E-BF6A-459E-6713-D07C3FC327CE}"/>
          </ac:spMkLst>
        </pc:spChg>
        <pc:picChg chg="add mod">
          <ac:chgData name="Damien JACQ" userId="S::damien.jacq2@imt-atlantique.net::aafa2d1b-6d7e-4673-9ab7-64b3cee96a84" providerId="AD" clId="Web-{BD53E1D7-ECE9-B008-F164-B9D511917C73}" dt="2026-10-15T19:19:00.068" v="279" actId="1076"/>
          <ac:picMkLst>
            <pc:docMk/>
            <pc:sldMk cId="807490239" sldId="273"/>
            <ac:picMk id="3" creationId="{079E73F6-1A8A-2306-3A5B-206C532DD2B4}"/>
          </ac:picMkLst>
        </pc:picChg>
      </pc:sldChg>
    </pc:docChg>
  </pc:docChgLst>
  <pc:docChgLst>
    <pc:chgData name="Paul MILLAT" userId="6f3acfda-d969-4f05-87d2-c7263051d5e5" providerId="ADAL" clId="{1C1AFBAD-3B49-4693-91E5-B8DF13B75C40}"/>
    <pc:docChg chg="modSld">
      <pc:chgData name="Paul MILLAT" userId="6f3acfda-d969-4f05-87d2-c7263051d5e5" providerId="ADAL" clId="{1C1AFBAD-3B49-4693-91E5-B8DF13B75C40}" dt="2026-10-15T14:16:11.470" v="1"/>
      <pc:docMkLst>
        <pc:docMk/>
      </pc:docMkLst>
      <pc:sldChg chg="addSp delSp modSp">
        <pc:chgData name="Paul MILLAT" userId="6f3acfda-d969-4f05-87d2-c7263051d5e5" providerId="ADAL" clId="{1C1AFBAD-3B49-4693-91E5-B8DF13B75C40}" dt="2026-10-15T14:16:11.470" v="1"/>
        <pc:sldMkLst>
          <pc:docMk/>
          <pc:sldMk cId="0" sldId="256"/>
        </pc:sldMkLst>
        <pc:spChg chg="add del mod">
          <ac:chgData name="Paul MILLAT" userId="6f3acfda-d969-4f05-87d2-c7263051d5e5" providerId="ADAL" clId="{1C1AFBAD-3B49-4693-91E5-B8DF13B75C40}" dt="2026-10-15T14:16:11.470" v="1"/>
          <ac:spMkLst>
            <pc:docMk/>
            <pc:sldMk cId="0" sldId="256"/>
            <ac:spMk id="6" creationId="{E7F86FB5-4F5B-D13F-6BC4-D564DF3799CC}"/>
          </ac:spMkLst>
        </pc:spChg>
      </pc:sldChg>
    </pc:docChg>
  </pc:docChgLst>
  <pc:docChgLst>
    <pc:chgData name="Paul MILLAT" userId="S::paul.millat@imt-atlantique.net::6f3acfda-d969-4f05-87d2-c7263051d5e5" providerId="AD" clId="Web-{F9FCE493-E952-D734-1C0F-6BCA4D1B539F}"/>
    <pc:docChg chg="modSld">
      <pc:chgData name="Paul MILLAT" userId="S::paul.millat@imt-atlantique.net::6f3acfda-d969-4f05-87d2-c7263051d5e5" providerId="AD" clId="Web-{F9FCE493-E952-D734-1C0F-6BCA4D1B539F}" dt="2026-10-15T20:42:38.256" v="34" actId="20577"/>
      <pc:docMkLst>
        <pc:docMk/>
      </pc:docMkLst>
      <pc:sldChg chg="modSp">
        <pc:chgData name="Paul MILLAT" userId="S::paul.millat@imt-atlantique.net::6f3acfda-d969-4f05-87d2-c7263051d5e5" providerId="AD" clId="Web-{F9FCE493-E952-D734-1C0F-6BCA4D1B539F}" dt="2026-10-15T20:42:38.256" v="34" actId="20577"/>
        <pc:sldMkLst>
          <pc:docMk/>
          <pc:sldMk cId="0" sldId="264"/>
        </pc:sldMkLst>
        <pc:spChg chg="mod">
          <ac:chgData name="Paul MILLAT" userId="S::paul.millat@imt-atlantique.net::6f3acfda-d969-4f05-87d2-c7263051d5e5" providerId="AD" clId="Web-{F9FCE493-E952-D734-1C0F-6BCA4D1B539F}" dt="2026-10-15T20:42:38.256" v="34" actId="20577"/>
          <ac:spMkLst>
            <pc:docMk/>
            <pc:sldMk cId="0" sldId="264"/>
            <ac:spMk id="8" creationId="{00000000-0000-0000-0000-000000000000}"/>
          </ac:spMkLst>
        </pc:spChg>
      </pc:sldChg>
    </pc:docChg>
  </pc:docChgLst>
  <pc:docChgLst>
    <pc:chgData name="Paul MILLAT" userId="S::paul.millat@imt-atlantique.net::6f3acfda-d969-4f05-87d2-c7263051d5e5" providerId="AD" clId="Web-{C4B3796D-EF21-C7E6-F21C-B64BCFBFE3B2}"/>
    <pc:docChg chg="modSld">
      <pc:chgData name="Paul MILLAT" userId="S::paul.millat@imt-atlantique.net::6f3acfda-d969-4f05-87d2-c7263051d5e5" providerId="AD" clId="Web-{C4B3796D-EF21-C7E6-F21C-B64BCFBFE3B2}" dt="2026-10-15T16:01:05.132" v="1" actId="20577"/>
      <pc:docMkLst>
        <pc:docMk/>
      </pc:docMkLst>
      <pc:sldChg chg="addSp modSp">
        <pc:chgData name="Paul MILLAT" userId="S::paul.millat@imt-atlantique.net::6f3acfda-d969-4f05-87d2-c7263051d5e5" providerId="AD" clId="Web-{C4B3796D-EF21-C7E6-F21C-B64BCFBFE3B2}" dt="2026-10-15T15:54:46.194" v="0"/>
        <pc:sldMkLst>
          <pc:docMk/>
          <pc:sldMk cId="0" sldId="265"/>
        </pc:sldMkLst>
        <pc:picChg chg="add mod">
          <ac:chgData name="Paul MILLAT" userId="S::paul.millat@imt-atlantique.net::6f3acfda-d969-4f05-87d2-c7263051d5e5" providerId="AD" clId="Web-{C4B3796D-EF21-C7E6-F21C-B64BCFBFE3B2}" dt="2026-10-15T15:54:46.194" v="0"/>
          <ac:picMkLst>
            <pc:docMk/>
            <pc:sldMk cId="0" sldId="265"/>
            <ac:picMk id="10" creationId="{94A73E17-A61A-6F7F-D3A6-419A783917AC}"/>
          </ac:picMkLst>
        </pc:picChg>
      </pc:sldChg>
      <pc:sldChg chg="modSp">
        <pc:chgData name="Paul MILLAT" userId="S::paul.millat@imt-atlantique.net::6f3acfda-d969-4f05-87d2-c7263051d5e5" providerId="AD" clId="Web-{C4B3796D-EF21-C7E6-F21C-B64BCFBFE3B2}" dt="2026-10-15T16:01:05.132" v="1" actId="20577"/>
        <pc:sldMkLst>
          <pc:docMk/>
          <pc:sldMk cId="807490239" sldId="273"/>
        </pc:sldMkLst>
        <pc:spChg chg="mod">
          <ac:chgData name="Paul MILLAT" userId="S::paul.millat@imt-atlantique.net::6f3acfda-d969-4f05-87d2-c7263051d5e5" providerId="AD" clId="Web-{C4B3796D-EF21-C7E6-F21C-B64BCFBFE3B2}" dt="2026-10-15T16:01:05.132" v="1" actId="20577"/>
          <ac:spMkLst>
            <pc:docMk/>
            <pc:sldMk cId="807490239" sldId="273"/>
            <ac:spMk id="11" creationId="{56A2E80A-6688-061D-EBE0-2D5C3DC2FFB9}"/>
          </ac:spMkLst>
        </pc:spChg>
      </pc:sldChg>
    </pc:docChg>
  </pc:docChgLst>
  <pc:docChgLst>
    <pc:chgData name="Yann PLOUGONVEN--LASTENNET" userId="S::yann.plougonven-lastennet@imt-atlantique.net::11eed727-25f7-4b59-ad3d-68af69a6afc7" providerId="AD" clId="Web-{2666C451-7BD7-F13F-6468-26D461013A69}"/>
    <pc:docChg chg="modSld">
      <pc:chgData name="Yann PLOUGONVEN--LASTENNET" userId="S::yann.plougonven-lastennet@imt-atlantique.net::11eed727-25f7-4b59-ad3d-68af69a6afc7" providerId="AD" clId="Web-{2666C451-7BD7-F13F-6468-26D461013A69}" dt="2026-10-15T14:56:03.100" v="114" actId="20577"/>
      <pc:docMkLst>
        <pc:docMk/>
      </pc:docMkLst>
      <pc:sldChg chg="modSp">
        <pc:chgData name="Yann PLOUGONVEN--LASTENNET" userId="S::yann.plougonven-lastennet@imt-atlantique.net::11eed727-25f7-4b59-ad3d-68af69a6afc7" providerId="AD" clId="Web-{2666C451-7BD7-F13F-6468-26D461013A69}" dt="2026-10-15T14:49:17.096" v="8" actId="14100"/>
        <pc:sldMkLst>
          <pc:docMk/>
          <pc:sldMk cId="0" sldId="258"/>
        </pc:sldMkLst>
        <pc:spChg chg="mod">
          <ac:chgData name="Yann PLOUGONVEN--LASTENNET" userId="S::yann.plougonven-lastennet@imt-atlantique.net::11eed727-25f7-4b59-ad3d-68af69a6afc7" providerId="AD" clId="Web-{2666C451-7BD7-F13F-6468-26D461013A69}" dt="2026-10-15T14:49:17.096" v="8" actId="14100"/>
          <ac:spMkLst>
            <pc:docMk/>
            <pc:sldMk cId="0" sldId="258"/>
            <ac:spMk id="12" creationId="{00000000-0000-0000-0000-000000000000}"/>
          </ac:spMkLst>
        </pc:spChg>
      </pc:sldChg>
      <pc:sldChg chg="modSp">
        <pc:chgData name="Yann PLOUGONVEN--LASTENNET" userId="S::yann.plougonven-lastennet@imt-atlantique.net::11eed727-25f7-4b59-ad3d-68af69a6afc7" providerId="AD" clId="Web-{2666C451-7BD7-F13F-6468-26D461013A69}" dt="2026-10-15T14:56:03.100" v="114" actId="20577"/>
        <pc:sldMkLst>
          <pc:docMk/>
          <pc:sldMk cId="0" sldId="259"/>
        </pc:sldMkLst>
        <pc:spChg chg="mod">
          <ac:chgData name="Yann PLOUGONVEN--LASTENNET" userId="S::yann.plougonven-lastennet@imt-atlantique.net::11eed727-25f7-4b59-ad3d-68af69a6afc7" providerId="AD" clId="Web-{2666C451-7BD7-F13F-6468-26D461013A69}" dt="2026-10-15T14:55:05.287" v="36" actId="14100"/>
          <ac:spMkLst>
            <pc:docMk/>
            <pc:sldMk cId="0" sldId="259"/>
            <ac:spMk id="12" creationId="{00000000-0000-0000-0000-000000000000}"/>
          </ac:spMkLst>
        </pc:spChg>
        <pc:spChg chg="mod">
          <ac:chgData name="Yann PLOUGONVEN--LASTENNET" userId="S::yann.plougonven-lastennet@imt-atlantique.net::11eed727-25f7-4b59-ad3d-68af69a6afc7" providerId="AD" clId="Web-{2666C451-7BD7-F13F-6468-26D461013A69}" dt="2026-10-15T14:56:03.100" v="114" actId="20577"/>
          <ac:spMkLst>
            <pc:docMk/>
            <pc:sldMk cId="0" sldId="259"/>
            <ac:spMk id="14" creationId="{00000000-0000-0000-0000-000000000000}"/>
          </ac:spMkLst>
        </pc:spChg>
      </pc:sldChg>
      <pc:sldChg chg="modSp">
        <pc:chgData name="Yann PLOUGONVEN--LASTENNET" userId="S::yann.plougonven-lastennet@imt-atlantique.net::11eed727-25f7-4b59-ad3d-68af69a6afc7" providerId="AD" clId="Web-{2666C451-7BD7-F13F-6468-26D461013A69}" dt="2026-10-15T14:23:12.521" v="7" actId="20577"/>
        <pc:sldMkLst>
          <pc:docMk/>
          <pc:sldMk cId="0" sldId="271"/>
        </pc:sldMkLst>
        <pc:spChg chg="mod">
          <ac:chgData name="Yann PLOUGONVEN--LASTENNET" userId="S::yann.plougonven-lastennet@imt-atlantique.net::11eed727-25f7-4b59-ad3d-68af69a6afc7" providerId="AD" clId="Web-{2666C451-7BD7-F13F-6468-26D461013A69}" dt="2026-10-15T14:23:12.521" v="7" actId="20577"/>
          <ac:spMkLst>
            <pc:docMk/>
            <pc:sldMk cId="0" sldId="271"/>
            <ac:spMk id="5" creationId="{00000000-0000-0000-0000-000000000000}"/>
          </ac:spMkLst>
        </pc:spChg>
      </pc:sldChg>
      <pc:sldChg chg="modSp">
        <pc:chgData name="Yann PLOUGONVEN--LASTENNET" userId="S::yann.plougonven-lastennet@imt-atlantique.net::11eed727-25f7-4b59-ad3d-68af69a6afc7" providerId="AD" clId="Web-{2666C451-7BD7-F13F-6468-26D461013A69}" dt="2026-10-15T14:51:29.426" v="35" actId="20577"/>
        <pc:sldMkLst>
          <pc:docMk/>
          <pc:sldMk cId="3829866551" sldId="272"/>
        </pc:sldMkLst>
        <pc:spChg chg="mod">
          <ac:chgData name="Yann PLOUGONVEN--LASTENNET" userId="S::yann.plougonven-lastennet@imt-atlantique.net::11eed727-25f7-4b59-ad3d-68af69a6afc7" providerId="AD" clId="Web-{2666C451-7BD7-F13F-6468-26D461013A69}" dt="2026-10-15T14:51:29.426" v="35" actId="20577"/>
          <ac:spMkLst>
            <pc:docMk/>
            <pc:sldMk cId="3829866551" sldId="272"/>
            <ac:spMk id="2" creationId="{F4FA704C-9C84-8919-7A2D-033102EF34AE}"/>
          </ac:spMkLst>
        </pc:spChg>
      </pc:sldChg>
    </pc:docChg>
  </pc:docChgLst>
  <pc:docChgLst>
    <pc:chgData name="Paul MILLAT" userId="S::paul.millat@imt-atlantique.net::6f3acfda-d969-4f05-87d2-c7263051d5e5" providerId="AD" clId="Web-{00000000-0000-0000-0000-000000000000}"/>
    <pc:docChg chg="modSld">
      <pc:chgData name="Paul MILLAT" userId="S::paul.millat@imt-atlantique.net::6f3acfda-d969-4f05-87d2-c7263051d5e5" providerId="AD" clId="Web-{00000000-0000-0000-0000-000000000000}" dt="2026-10-15T20:23:14.188" v="2" actId="20577"/>
      <pc:docMkLst>
        <pc:docMk/>
      </pc:docMkLst>
      <pc:sldChg chg="modSp">
        <pc:chgData name="Paul MILLAT" userId="S::paul.millat@imt-atlantique.net::6f3acfda-d969-4f05-87d2-c7263051d5e5" providerId="AD" clId="Web-{00000000-0000-0000-0000-000000000000}" dt="2026-10-15T20:23:14.188" v="2" actId="20577"/>
        <pc:sldMkLst>
          <pc:docMk/>
          <pc:sldMk cId="0" sldId="265"/>
        </pc:sldMkLst>
        <pc:spChg chg="mod">
          <ac:chgData name="Paul MILLAT" userId="S::paul.millat@imt-atlantique.net::6f3acfda-d969-4f05-87d2-c7263051d5e5" providerId="AD" clId="Web-{00000000-0000-0000-0000-000000000000}" dt="2026-10-15T20:23:03.125" v="0" actId="20577"/>
          <ac:spMkLst>
            <pc:docMk/>
            <pc:sldMk cId="0" sldId="265"/>
            <ac:spMk id="6" creationId="{00000000-0000-0000-0000-000000000000}"/>
          </ac:spMkLst>
        </pc:spChg>
        <pc:spChg chg="mod">
          <ac:chgData name="Paul MILLAT" userId="S::paul.millat@imt-atlantique.net::6f3acfda-d969-4f05-87d2-c7263051d5e5" providerId="AD" clId="Web-{00000000-0000-0000-0000-000000000000}" dt="2026-10-15T20:23:14.188" v="2" actId="20577"/>
          <ac:spMkLst>
            <pc:docMk/>
            <pc:sldMk cId="0" sldId="265"/>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3372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Durée </a:t>
            </a:r>
            <a:r>
              <a:rPr lang="en-US" err="1"/>
              <a:t>totale</a:t>
            </a:r>
            <a:r>
              <a:rPr lang="en-US"/>
              <a:t> : 20 min de </a:t>
            </a:r>
            <a:r>
              <a:rPr lang="en-US" err="1"/>
              <a:t>présentation</a:t>
            </a:r>
            <a:r>
              <a:rPr lang="en-US"/>
              <a:t> + 10 min de questions. </a:t>
            </a:r>
            <a:r>
              <a:rPr lang="en-US" err="1"/>
              <a:t>Annoncer</a:t>
            </a:r>
            <a:r>
              <a:rPr lang="en-US"/>
              <a:t> le plan </a:t>
            </a:r>
            <a:r>
              <a:rPr lang="en-US" err="1"/>
              <a:t>en</a:t>
            </a:r>
            <a:r>
              <a:rPr lang="en-US"/>
              <a:t> </a:t>
            </a:r>
            <a:r>
              <a:rPr lang="en-US" err="1"/>
              <a:t>une</a:t>
            </a:r>
            <a:r>
              <a:rPr lang="en-US"/>
              <a:t> phrase : </a:t>
            </a:r>
            <a:r>
              <a:rPr lang="en-US" err="1"/>
              <a:t>l'équipe</a:t>
            </a:r>
            <a:r>
              <a:rPr lang="en-US"/>
              <a:t> (≈ 4 min), le </a:t>
            </a:r>
            <a:r>
              <a:rPr lang="en-US" err="1"/>
              <a:t>produit</a:t>
            </a:r>
            <a:r>
              <a:rPr lang="en-US"/>
              <a:t> (≈ 8 min), les </a:t>
            </a:r>
            <a:r>
              <a:rPr lang="en-US" err="1"/>
              <a:t>cas</a:t>
            </a:r>
            <a:r>
              <a:rPr lang="en-US"/>
              <a:t> </a:t>
            </a:r>
            <a:r>
              <a:rPr lang="en-US" err="1"/>
              <a:t>d'étude</a:t>
            </a:r>
            <a:r>
              <a:rPr lang="en-US"/>
              <a:t> client (≈ 8 min).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Répartition indicative des 20 minutes. Le cœur de la démonstration est le produit et les cas d'étude : ne pas passer trop de temps sur l'organisation.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Répondre</a:t>
            </a:r>
            <a:r>
              <a:rPr lang="en-US"/>
              <a:t> aux questions des </a:t>
            </a:r>
            <a:r>
              <a:rPr lang="en-US" err="1"/>
              <a:t>consignes</a:t>
            </a:r>
            <a:r>
              <a:rPr lang="en-US"/>
              <a:t> : quelle </a:t>
            </a:r>
            <a:r>
              <a:rPr lang="en-US" err="1"/>
              <a:t>organisation</a:t>
            </a:r>
            <a:r>
              <a:rPr lang="en-US"/>
              <a:t>, qui </a:t>
            </a:r>
            <a:r>
              <a:rPr lang="en-US" err="1"/>
              <a:t>vérifie</a:t>
            </a:r>
            <a:r>
              <a:rPr lang="en-US"/>
              <a:t>, </a:t>
            </a:r>
            <a:r>
              <a:rPr lang="en-US" err="1"/>
              <a:t>enseignements</a:t>
            </a:r>
            <a:r>
              <a:rPr lang="en-US"/>
              <a:t>. </a:t>
            </a:r>
            <a:r>
              <a:rPr lang="en-US" err="1"/>
              <a:t>Rester</a:t>
            </a:r>
            <a:r>
              <a:rPr lang="en-US"/>
              <a:t> </a:t>
            </a:r>
            <a:r>
              <a:rPr lang="en-US" err="1"/>
              <a:t>concret</a:t>
            </a:r>
            <a:r>
              <a:rPr lang="en-US"/>
              <a:t> : citer </a:t>
            </a:r>
            <a:r>
              <a:rPr lang="en-US" err="1"/>
              <a:t>l'exemple</a:t>
            </a:r>
            <a:r>
              <a:rPr lang="en-US"/>
              <a:t> du </a:t>
            </a:r>
            <a:r>
              <a:rPr lang="en-US" err="1"/>
              <a:t>livrable</a:t>
            </a:r>
            <a:r>
              <a:rPr lang="en-US"/>
              <a:t> non </a:t>
            </a:r>
            <a:r>
              <a:rPr lang="en-US" err="1"/>
              <a:t>conforme</a:t>
            </a:r>
            <a:r>
              <a:rPr lang="en-US"/>
              <a:t>. </a:t>
            </a:r>
            <a:r>
              <a:rPr lang="en-US" err="1"/>
              <a:t>Compléter</a:t>
            </a:r>
            <a:r>
              <a:rPr lang="en-US"/>
              <a:t> « </a:t>
            </a:r>
            <a:r>
              <a:rPr lang="en-US" err="1"/>
              <a:t>si</a:t>
            </a:r>
            <a:r>
              <a:rPr lang="en-US"/>
              <a:t> </a:t>
            </a:r>
            <a:r>
              <a:rPr lang="en-US" err="1"/>
              <a:t>c'était</a:t>
            </a:r>
            <a:r>
              <a:rPr lang="en-US"/>
              <a:t> à </a:t>
            </a:r>
            <a:r>
              <a:rPr lang="en-US" err="1"/>
              <a:t>refaire</a:t>
            </a:r>
            <a:r>
              <a:rPr lang="en-US"/>
              <a:t> » avant la séance.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3E3E8-EBFD-C367-91C2-BEF9033BD8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70A03-1B2B-F6C2-AB0E-CDC90A043A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70B79-8C9A-6A6E-DD06-7C7FF390F450}"/>
              </a:ext>
            </a:extLst>
          </p:cNvPr>
          <p:cNvSpPr>
            <a:spLocks noGrp="1"/>
          </p:cNvSpPr>
          <p:nvPr>
            <p:ph type="body" idx="1"/>
          </p:nvPr>
        </p:nvSpPr>
        <p:spPr/>
        <p:txBody>
          <a:bodyPr/>
          <a:lstStyle/>
          <a:p>
            <a:r>
              <a:rPr lang="en-US"/>
              <a:t>Question des consignes : quels outils, comment gérer les versions. Être transparent sur l'usage de l'IA et sur son rôle (aide, pas production du contenu).</a:t>
            </a:r>
          </a:p>
        </p:txBody>
      </p:sp>
      <p:sp>
        <p:nvSpPr>
          <p:cNvPr id="4" name="Slide Number Placeholder 3">
            <a:extLst>
              <a:ext uri="{FF2B5EF4-FFF2-40B4-BE49-F238E27FC236}">
                <a16:creationId xmlns:a16="http://schemas.microsoft.com/office/drawing/2014/main" id="{DD533F6F-5C58-3B64-C518-125D77F5DBE7}"/>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939669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Question des consignes : quels outils, comment gérer les versions. Être transparent sur l'usage de l'IA et sur son rôle (aide, pas production du contenu).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Couverture lue sur la capture : 75,19 % au total (src 72,79 %, tests 78,52 %). Visualisations 30 % et CourbeTEB 0 % : assumer, ce sont des classes d'affichage. Montrer le lien avec la validation système : comparaison simulation / théorie, plus loin.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Donner les paramètres exigés par les consignes : formes d'onde, schéma de réception, canal. Les conditions précises de chaque courbe sont rappelées sous chaque figure. Paramètres à préciser : nombre d'échantillons par bit [30 d'après la figure], amplitudes utilisées.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Vérification de base de la chaîne : sans bruit, le TEB doit être nul. C'est le premier test de non-régression.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Eb/N0 = énergie par bit sur densité spectrale de puissance du bruit. Vérifier le nombre de bits : la figure indique 10⁶ bits par point alors que les notes parlent de 100 000. Précision : avec 10⁶ bits, un TEB inférieur à environ 10⁻⁵ n'est plus estimable, d'où les courbes théoriques en pointillés au-delà.</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Préciser si « 1 trajet » désigne le trajet direct seul ou le trajet direct plus un écho : la courbe « 1 trajet » est bien plus dégradée que le cas AWGN de la diapositive précédente. Donner τ et α des trajets simulés.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Lire un gain à TEB fixe : à 10⁻³, le NRZ codé nécessite environ 3 dB de moins que le NRZ non codé. Ce gain sert aux cas d'étude, où il faudra le comparer au coût en nombre de bits émis (rendement du code de l'étape 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Calculs détaillés en annexe. Résultat : environ 6 jours (notes de l'équipe). Compléter la solution (forme d'onde, Eb/N0 lu sur la courbe, énergie par bit) avant la séance.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À vérifier : 6 jours correspond au cas sans codage et 4,5 jours au cas avec codage (attribution déduite des notes, cohérente avec un recalcul). Renseigner le rendement du code de l'étape 5 et le gain en dB lu sur la courbe.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Aucun résultat sur l'environnement 2 dans les notes : à compléter. La démarche proposée est une trame à confronter à ce que l'équipe a réellement fait.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À compléter avec les simulations réalisées : faire varier α et τ autour des valeurs de la question 4 et relever le TEB. Montrer un seul graphique lisible plutôt qu'un tableau complet.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7E20C-0069-A2AF-D34C-345E75FDC5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929989-C9E5-19BA-6F11-8B87F6FD43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4E4864-2832-B5E1-7B48-AF3E39097642}"/>
              </a:ext>
            </a:extLst>
          </p:cNvPr>
          <p:cNvSpPr>
            <a:spLocks noGrp="1"/>
          </p:cNvSpPr>
          <p:nvPr>
            <p:ph type="body" idx="1"/>
          </p:nvPr>
        </p:nvSpPr>
        <p:spPr/>
        <p:txBody>
          <a:bodyPr/>
          <a:lstStyle/>
          <a:p>
            <a:r>
              <a:rPr lang="en-US"/>
              <a:t>Préciser si « 1 trajet » désigne le trajet direct seul ou le trajet direct plus un écho : la courbe « 1 trajet » est bien plus dégradée que le cas AWGN de la diapositive précédente. Donner τ et α des trajets simulés.</a:t>
            </a:r>
          </a:p>
        </p:txBody>
      </p:sp>
      <p:sp>
        <p:nvSpPr>
          <p:cNvPr id="4" name="Slide Number Placeholder 3">
            <a:extLst>
              <a:ext uri="{FF2B5EF4-FFF2-40B4-BE49-F238E27FC236}">
                <a16:creationId xmlns:a16="http://schemas.microsoft.com/office/drawing/2014/main" id="{B98269E9-FAF4-B793-B7F8-500701FBC4A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5803213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Les consignes demandent d'évaluer les limites des modèles et des performances du simulateur, et de faire remonter un point fort d'un autre groupe. Ne pas masquer ce qui ne marche pas : le dire clairement.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À ne montrer qu'en cas de question sur les calculs. Les formules de l'environnement 1 découlent de l'énoncé de l'étape 6.</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1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7202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a:p>
        </p:txBody>
      </p:sp>
      <p:sp>
        <p:nvSpPr>
          <p:cNvPr id="3" name="Text Placeholder 2"/>
          <p:cNvSpPr>
            <a:spLocks noGrp="1"/>
          </p:cNvSpPr>
          <p:nvPr>
            <p:ph type="body" idx="101"/>
          </p:nvPr>
        </p:nvSpPr>
        <p:spPr>
          <a:xfrm>
            <a:off x="812800" y="1564640"/>
            <a:ext cx="10566400" cy="4480560"/>
          </a:xfrm>
          <a:prstGeom prst="rect">
            <a:avLst/>
          </a:prstGeom>
          <a:noFill/>
          <a:ln/>
        </p:spPr>
        <p:txBody>
          <a:bodyPr wrap="square" lIns="0" tIns="0" rIns="0" bIns="0" rtlCol="0" anchor="t"/>
          <a:lstStyle>
            <a:lvl1pPr marL="0" indent="0" algn="l">
              <a:lnSpc>
                <a:spcPct val="140000"/>
              </a:lnSpc>
              <a:buNone/>
              <a:defRPr lang="en-US" sz="1600" dirty="0">
                <a:solidFill>
                  <a:srgbClr val="17202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a:p>
        </p:txBody>
      </p:sp>
    </p:spTree>
  </p:cSld>
  <p:clrMapOvr>
    <a:masterClrMapping/>
  </p:clrMapOvr>
  <p:hf hd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7202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a:p>
        </p:txBody>
      </p:sp>
      <p:sp>
        <p:nvSpPr>
          <p:cNvPr id="3" name="Text Placeholder 2"/>
          <p:cNvSpPr>
            <a:spLocks noGrp="1"/>
          </p:cNvSpPr>
          <p:nvPr>
            <p:ph type="body" idx="101"/>
          </p:nvPr>
        </p:nvSpPr>
        <p:spPr>
          <a:xfrm>
            <a:off x="812800" y="1564640"/>
            <a:ext cx="10566400" cy="4480560"/>
          </a:xfrm>
          <a:prstGeom prst="rect">
            <a:avLst/>
          </a:prstGeom>
          <a:noFill/>
          <a:ln/>
        </p:spPr>
        <p:txBody>
          <a:bodyPr wrap="square" lIns="0" tIns="0" rIns="0" bIns="0" rtlCol="0" anchor="t"/>
          <a:lstStyle>
            <a:lvl1pPr marL="0" indent="0" algn="l">
              <a:lnSpc>
                <a:spcPct val="140000"/>
              </a:lnSpc>
              <a:buNone/>
              <a:defRPr lang="en-US" sz="1600" dirty="0">
                <a:solidFill>
                  <a:srgbClr val="17202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E"/>
        </a:solidFill>
        <a:effectLst/>
      </p:bgPr>
    </p:bg>
    <p:spTree>
      <p:nvGrpSpPr>
        <p:cNvPr id="1" name=""/>
        <p:cNvGrpSpPr/>
        <p:nvPr/>
      </p:nvGrpSpPr>
      <p:grpSpPr>
        <a:xfrm>
          <a:off x="0" y="0"/>
          <a:ext cx="0" cy="0"/>
          <a:chOff x="0" y="0"/>
          <a:chExt cx="0" cy="0"/>
        </a:xfrm>
      </p:grpSpPr>
      <p:sp>
        <p:nvSpPr>
          <p:cNvPr id="2" name="Text 0"/>
          <p:cNvSpPr/>
          <p:nvPr/>
        </p:nvSpPr>
        <p:spPr>
          <a:xfrm>
            <a:off x="812800" y="1944370"/>
            <a:ext cx="10883392" cy="309880"/>
          </a:xfrm>
          <a:prstGeom prst="rect">
            <a:avLst/>
          </a:prstGeom>
          <a:noFill/>
          <a:ln/>
        </p:spPr>
        <p:txBody>
          <a:bodyPr wrap="square" lIns="0" tIns="0" rIns="0" bIns="0" rtlCol="0" anchor="t">
            <a:normAutofit/>
          </a:bodyPr>
          <a:lstStyle/>
          <a:p>
            <a:pPr marL="0" indent="0" algn="l">
              <a:lnSpc>
                <a:spcPts val="2240"/>
              </a:lnSpc>
              <a:buNone/>
            </a:pPr>
            <a:r>
              <a:rPr lang="fr-FR" sz="1600" kern="0" spc="100" noProof="0">
                <a:solidFill>
                  <a:srgbClr val="F0A24A"/>
                </a:solidFill>
                <a:latin typeface="IBM Plex Sans" pitchFamily="34" charset="0"/>
                <a:ea typeface="IBM Plex Sans" pitchFamily="34" charset="-122"/>
                <a:cs typeface="IBM Plex Sans" pitchFamily="34" charset="-120"/>
              </a:rPr>
              <a:t>SIT213 · ATELIER LOGICIEL · SÉANCE DE RESTITUTION</a:t>
            </a:r>
            <a:endParaRPr lang="fr-FR" sz="1600" noProof="0"/>
          </a:p>
        </p:txBody>
      </p:sp>
      <p:sp>
        <p:nvSpPr>
          <p:cNvPr id="3" name="Text 1"/>
          <p:cNvSpPr>
            <a:spLocks noGrp="1"/>
          </p:cNvSpPr>
          <p:nvPr>
            <p:ph type="title"/>
          </p:nvPr>
        </p:nvSpPr>
        <p:spPr>
          <a:xfrm>
            <a:off x="812800" y="2482850"/>
            <a:ext cx="10883392" cy="1590040"/>
          </a:xfrm>
          <a:prstGeom prst="rect">
            <a:avLst/>
          </a:prstGeom>
          <a:noFill/>
          <a:ln/>
        </p:spPr>
        <p:txBody>
          <a:bodyPr wrap="square" lIns="0" tIns="0" rIns="0" bIns="0" rtlCol="0" anchor="t">
            <a:normAutofit/>
          </a:bodyPr>
          <a:lstStyle/>
          <a:p>
            <a:pPr marL="0" indent="0" algn="l">
              <a:lnSpc>
                <a:spcPts val="6160"/>
              </a:lnSpc>
              <a:buNone/>
            </a:pPr>
            <a:r>
              <a:rPr lang="fr-FR" sz="5600" b="1" i="0" noProof="0">
                <a:solidFill>
                  <a:srgbClr val="F4F1EA"/>
                </a:solidFill>
                <a:latin typeface="IBM Plex Sans" pitchFamily="34" charset="0"/>
                <a:ea typeface="IBM Plex Sans" pitchFamily="34" charset="-122"/>
                <a:cs typeface="IBM Plex Sans" pitchFamily="34" charset="-120"/>
              </a:rPr>
              <a:t>Simulateur d'une chaîne de transmission numérique</a:t>
            </a:r>
            <a:endParaRPr lang="fr-FR" sz="5600" noProof="0"/>
          </a:p>
        </p:txBody>
      </p:sp>
      <p:pic>
        <p:nvPicPr>
          <p:cNvPr id="4" name="Image 0" descr="line"/>
          <p:cNvPicPr>
            <a:picLocks noChangeAspect="1"/>
          </p:cNvPicPr>
          <p:nvPr/>
        </p:nvPicPr>
        <p:blipFill>
          <a:blip r:embed="rId3"/>
          <a:srcRect/>
          <a:stretch/>
        </p:blipFill>
        <p:spPr>
          <a:xfrm>
            <a:off x="812800" y="4301490"/>
            <a:ext cx="1016000" cy="38100"/>
          </a:xfrm>
          <a:prstGeom prst="rect">
            <a:avLst/>
          </a:prstGeom>
        </p:spPr>
      </p:pic>
      <p:sp>
        <p:nvSpPr>
          <p:cNvPr id="5" name="Text 2"/>
          <p:cNvSpPr/>
          <p:nvPr/>
        </p:nvSpPr>
        <p:spPr>
          <a:xfrm>
            <a:off x="812800" y="4593590"/>
            <a:ext cx="10883392" cy="995680"/>
          </a:xfrm>
          <a:prstGeom prst="rect">
            <a:avLst/>
          </a:prstGeom>
          <a:noFill/>
          <a:ln/>
        </p:spPr>
        <p:txBody>
          <a:bodyPr wrap="square" lIns="0" tIns="0" rIns="0" bIns="0" rtlCol="0" anchor="t">
            <a:normAutofit/>
          </a:bodyPr>
          <a:lstStyle/>
          <a:p>
            <a:pPr>
              <a:lnSpc>
                <a:spcPts val="2520"/>
              </a:lnSpc>
            </a:pPr>
            <a:r>
              <a:rPr lang="fr-FR" sz="1800" noProof="0">
                <a:solidFill>
                  <a:srgbClr val="C9D3DF"/>
                </a:solidFill>
                <a:latin typeface="IBM Plex Sans"/>
                <a:ea typeface="IBM Plex Sans" pitchFamily="34" charset="-122"/>
                <a:cs typeface="IBM Plex Sans" pitchFamily="34" charset="-120"/>
              </a:rPr>
              <a:t>Équipe : </a:t>
            </a:r>
            <a:r>
              <a:rPr lang="fr-FR" noProof="0">
                <a:solidFill>
                  <a:srgbClr val="C9D3DF"/>
                </a:solidFill>
                <a:ea typeface="+mn-lt"/>
                <a:cs typeface="+mn-lt"/>
              </a:rPr>
              <a:t>CECOTTI Enzo, JACQ Damien, MILLAT Paul, PLOUGONVEN--LASTENNET Yann</a:t>
            </a:r>
            <a:br>
              <a:rPr lang="fr-FR" noProof="0"/>
            </a:br>
            <a:r>
              <a:rPr lang="fr-FR" noProof="0">
                <a:solidFill>
                  <a:srgbClr val="C9D3DF"/>
                </a:solidFill>
              </a:rPr>
              <a:t>Groupe B3</a:t>
            </a:r>
            <a:endParaRPr lang="fr-FR" noProof="0">
              <a:solidFill>
                <a:srgbClr val="17202A"/>
              </a:solidFill>
            </a:endParaRPr>
          </a:p>
          <a:p>
            <a:pPr>
              <a:lnSpc>
                <a:spcPts val="2520"/>
              </a:lnSpc>
            </a:pPr>
            <a:r>
              <a:rPr lang="fr-FR" noProof="0">
                <a:solidFill>
                  <a:srgbClr val="C9D3DF"/>
                </a:solidFill>
              </a:rPr>
              <a:t>16 octobre 2026</a:t>
            </a:r>
            <a:endParaRPr lang="fr-FR" sz="1800" noProof="0"/>
          </a:p>
        </p:txBody>
      </p:sp>
      <p:sp>
        <p:nvSpPr>
          <p:cNvPr id="7" name="Text 2">
            <a:extLst>
              <a:ext uri="{FF2B5EF4-FFF2-40B4-BE49-F238E27FC236}">
                <a16:creationId xmlns:a16="http://schemas.microsoft.com/office/drawing/2014/main" id="{F1616502-666C-8B09-9007-043AA5DA53B5}"/>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D</a:t>
            </a:r>
            <a:endParaRPr lang="fr-FR" sz="1800" noProof="0">
              <a:solidFill>
                <a:srgbClr val="C9D3D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fr-FR" sz="3200" b="1" i="0" noProof="0">
                <a:solidFill>
                  <a:srgbClr val="17202A"/>
                </a:solidFill>
                <a:latin typeface="IBM Plex Sans" pitchFamily="34" charset="0"/>
                <a:ea typeface="IBM Plex Sans" pitchFamily="34" charset="-122"/>
                <a:cs typeface="IBM Plex Sans" pitchFamily="34" charset="-120"/>
              </a:rPr>
              <a:t>Plan de la présentation</a:t>
            </a:r>
            <a:endParaRPr lang="fr-FR" sz="3200" noProof="0"/>
          </a:p>
        </p:txBody>
      </p:sp>
      <p:sp>
        <p:nvSpPr>
          <p:cNvPr id="3" name="Shape 1"/>
          <p:cNvSpPr/>
          <p:nvPr/>
        </p:nvSpPr>
        <p:spPr>
          <a:xfrm>
            <a:off x="815975" y="1567815"/>
            <a:ext cx="3380317" cy="2223770"/>
          </a:xfrm>
          <a:prstGeom prst="roundRect">
            <a:avLst>
              <a:gd name="adj" fmla="val 4426"/>
            </a:avLst>
          </a:prstGeom>
          <a:solidFill>
            <a:srgbClr val="FFFFFF"/>
          </a:solidFill>
          <a:ln w="6350">
            <a:solidFill>
              <a:srgbClr val="DDD8CC"/>
            </a:solidFill>
            <a:prstDash val="solid"/>
          </a:ln>
        </p:spPr>
        <p:txBody>
          <a:bodyPr/>
          <a:lstStyle/>
          <a:p>
            <a:endParaRPr lang="fr-FR" noProof="0"/>
          </a:p>
        </p:txBody>
      </p:sp>
      <p:sp>
        <p:nvSpPr>
          <p:cNvPr id="4" name="Text 2"/>
          <p:cNvSpPr/>
          <p:nvPr/>
        </p:nvSpPr>
        <p:spPr>
          <a:xfrm>
            <a:off x="1071880" y="1823720"/>
            <a:ext cx="2954562" cy="695960"/>
          </a:xfrm>
          <a:prstGeom prst="rect">
            <a:avLst/>
          </a:prstGeom>
          <a:noFill/>
          <a:ln/>
        </p:spPr>
        <p:txBody>
          <a:bodyPr wrap="square" lIns="0" tIns="0" rIns="0" bIns="0" rtlCol="0" anchor="t">
            <a:normAutofit/>
          </a:bodyPr>
          <a:lstStyle/>
          <a:p>
            <a:pPr marL="0" indent="0" algn="l">
              <a:lnSpc>
                <a:spcPts val="5280"/>
              </a:lnSpc>
              <a:buNone/>
            </a:pPr>
            <a:r>
              <a:rPr lang="fr-FR" sz="4800" b="1" noProof="0">
                <a:solidFill>
                  <a:srgbClr val="2457C5"/>
                </a:solidFill>
                <a:latin typeface="IBM Plex Sans" pitchFamily="34" charset="0"/>
                <a:ea typeface="IBM Plex Sans" pitchFamily="34" charset="-122"/>
                <a:cs typeface="IBM Plex Sans" pitchFamily="34" charset="-120"/>
              </a:rPr>
              <a:t>1</a:t>
            </a:r>
            <a:endParaRPr lang="fr-FR" sz="4800" noProof="0"/>
          </a:p>
        </p:txBody>
      </p:sp>
      <p:sp>
        <p:nvSpPr>
          <p:cNvPr id="5" name="Text 3"/>
          <p:cNvSpPr/>
          <p:nvPr/>
        </p:nvSpPr>
        <p:spPr>
          <a:xfrm>
            <a:off x="1071880" y="2595880"/>
            <a:ext cx="3121237" cy="330200"/>
          </a:xfrm>
          <a:prstGeom prst="rect">
            <a:avLst/>
          </a:prstGeom>
          <a:noFill/>
          <a:ln/>
        </p:spPr>
        <p:txBody>
          <a:bodyPr wrap="square" lIns="0" tIns="0" rIns="0" bIns="0" rtlCol="0" anchor="t">
            <a:normAutofit/>
          </a:bodyPr>
          <a:lstStyle/>
          <a:p>
            <a:pPr marL="0" indent="0" algn="l">
              <a:lnSpc>
                <a:spcPts val="2400"/>
              </a:lnSpc>
              <a:buNone/>
            </a:pPr>
            <a:r>
              <a:rPr lang="fr-FR" sz="2000" b="1" noProof="0">
                <a:solidFill>
                  <a:srgbClr val="17202A"/>
                </a:solidFill>
                <a:latin typeface="IBM Plex Sans" pitchFamily="34" charset="0"/>
                <a:ea typeface="IBM Plex Sans" pitchFamily="34" charset="-122"/>
                <a:cs typeface="IBM Plex Sans" pitchFamily="34" charset="-120"/>
              </a:rPr>
              <a:t>Organisation de l'équipe</a:t>
            </a:r>
            <a:endParaRPr lang="fr-FR" sz="2000" noProof="0"/>
          </a:p>
        </p:txBody>
      </p:sp>
      <p:sp>
        <p:nvSpPr>
          <p:cNvPr id="6" name="Text 4"/>
          <p:cNvSpPr/>
          <p:nvPr/>
        </p:nvSpPr>
        <p:spPr>
          <a:xfrm>
            <a:off x="1071880" y="3002280"/>
            <a:ext cx="2954562" cy="5588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5D6670"/>
                </a:solidFill>
                <a:latin typeface="IBM Plex Sans"/>
                <a:ea typeface="IBM Plex Sans" pitchFamily="34" charset="-122"/>
                <a:cs typeface="IBM Plex Sans" pitchFamily="34" charset="-120"/>
              </a:rPr>
              <a:t>Outils, versions, tests et validation</a:t>
            </a:r>
            <a:endParaRPr lang="fr-FR" sz="1500" noProof="0">
              <a:solidFill>
                <a:srgbClr val="5D6670"/>
              </a:solidFill>
              <a:latin typeface="IBM Plex Sans"/>
            </a:endParaRPr>
          </a:p>
        </p:txBody>
      </p:sp>
      <p:sp>
        <p:nvSpPr>
          <p:cNvPr id="7" name="Shape 5"/>
          <p:cNvSpPr/>
          <p:nvPr/>
        </p:nvSpPr>
        <p:spPr>
          <a:xfrm>
            <a:off x="4405842" y="1567815"/>
            <a:ext cx="3380317" cy="2223770"/>
          </a:xfrm>
          <a:prstGeom prst="roundRect">
            <a:avLst>
              <a:gd name="adj" fmla="val 4426"/>
            </a:avLst>
          </a:prstGeom>
          <a:solidFill>
            <a:srgbClr val="FFFFFF"/>
          </a:solidFill>
          <a:ln w="6350">
            <a:solidFill>
              <a:srgbClr val="DDD8CC"/>
            </a:solidFill>
            <a:prstDash val="solid"/>
          </a:ln>
        </p:spPr>
        <p:txBody>
          <a:bodyPr/>
          <a:lstStyle/>
          <a:p>
            <a:endParaRPr lang="fr-FR" noProof="0"/>
          </a:p>
        </p:txBody>
      </p:sp>
      <p:sp>
        <p:nvSpPr>
          <p:cNvPr id="8" name="Text 6"/>
          <p:cNvSpPr/>
          <p:nvPr/>
        </p:nvSpPr>
        <p:spPr>
          <a:xfrm>
            <a:off x="4661746" y="1823720"/>
            <a:ext cx="2954562" cy="695960"/>
          </a:xfrm>
          <a:prstGeom prst="rect">
            <a:avLst/>
          </a:prstGeom>
          <a:noFill/>
          <a:ln/>
        </p:spPr>
        <p:txBody>
          <a:bodyPr wrap="square" lIns="0" tIns="0" rIns="0" bIns="0" rtlCol="0" anchor="t">
            <a:normAutofit/>
          </a:bodyPr>
          <a:lstStyle/>
          <a:p>
            <a:pPr marL="0" indent="0" algn="l">
              <a:lnSpc>
                <a:spcPts val="5280"/>
              </a:lnSpc>
              <a:buNone/>
            </a:pPr>
            <a:r>
              <a:rPr lang="fr-FR" sz="4800" b="1" noProof="0">
                <a:solidFill>
                  <a:srgbClr val="2457C5"/>
                </a:solidFill>
                <a:latin typeface="IBM Plex Sans" pitchFamily="34" charset="0"/>
                <a:ea typeface="IBM Plex Sans" pitchFamily="34" charset="-122"/>
                <a:cs typeface="IBM Plex Sans" pitchFamily="34" charset="-120"/>
              </a:rPr>
              <a:t>2</a:t>
            </a:r>
            <a:endParaRPr lang="fr-FR" sz="4800" noProof="0"/>
          </a:p>
        </p:txBody>
      </p:sp>
      <p:sp>
        <p:nvSpPr>
          <p:cNvPr id="9" name="Text 7"/>
          <p:cNvSpPr/>
          <p:nvPr/>
        </p:nvSpPr>
        <p:spPr>
          <a:xfrm>
            <a:off x="4661746" y="2595880"/>
            <a:ext cx="2954562" cy="330200"/>
          </a:xfrm>
          <a:prstGeom prst="rect">
            <a:avLst/>
          </a:prstGeom>
          <a:noFill/>
          <a:ln/>
        </p:spPr>
        <p:txBody>
          <a:bodyPr wrap="square" lIns="0" tIns="0" rIns="0" bIns="0" rtlCol="0" anchor="t">
            <a:normAutofit/>
          </a:bodyPr>
          <a:lstStyle/>
          <a:p>
            <a:pPr marL="0" indent="0" algn="l">
              <a:lnSpc>
                <a:spcPts val="2400"/>
              </a:lnSpc>
              <a:buNone/>
            </a:pPr>
            <a:r>
              <a:rPr lang="fr-FR" sz="2000" b="1" noProof="0">
                <a:solidFill>
                  <a:srgbClr val="17202A"/>
                </a:solidFill>
                <a:latin typeface="IBM Plex Sans" pitchFamily="34" charset="0"/>
                <a:ea typeface="IBM Plex Sans" pitchFamily="34" charset="-122"/>
                <a:cs typeface="IBM Plex Sans" pitchFamily="34" charset="-120"/>
              </a:rPr>
              <a:t>Produit développé</a:t>
            </a:r>
            <a:endParaRPr lang="fr-FR" sz="2000" noProof="0"/>
          </a:p>
        </p:txBody>
      </p:sp>
      <p:sp>
        <p:nvSpPr>
          <p:cNvPr id="10" name="Text 8"/>
          <p:cNvSpPr/>
          <p:nvPr/>
        </p:nvSpPr>
        <p:spPr>
          <a:xfrm>
            <a:off x="4661746" y="3002280"/>
            <a:ext cx="2954562" cy="5588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5D6670"/>
                </a:solidFill>
                <a:latin typeface="IBM Plex Sans"/>
                <a:ea typeface="IBM Plex Sans" pitchFamily="34" charset="-122"/>
                <a:cs typeface="IBM Plex Sans" pitchFamily="34" charset="-120"/>
              </a:rPr>
              <a:t>Capacités, formes d'onde, canal, codage</a:t>
            </a:r>
            <a:endParaRPr lang="fr-FR" sz="1500" noProof="0">
              <a:solidFill>
                <a:srgbClr val="5D6670"/>
              </a:solidFill>
            </a:endParaRPr>
          </a:p>
        </p:txBody>
      </p:sp>
      <p:sp>
        <p:nvSpPr>
          <p:cNvPr id="11" name="Shape 9"/>
          <p:cNvSpPr/>
          <p:nvPr/>
        </p:nvSpPr>
        <p:spPr>
          <a:xfrm>
            <a:off x="7995708" y="1567815"/>
            <a:ext cx="3380317" cy="2223770"/>
          </a:xfrm>
          <a:prstGeom prst="roundRect">
            <a:avLst>
              <a:gd name="adj" fmla="val 4426"/>
            </a:avLst>
          </a:prstGeom>
          <a:solidFill>
            <a:srgbClr val="FFFFFF"/>
          </a:solidFill>
          <a:ln w="6350">
            <a:solidFill>
              <a:srgbClr val="DDD8CC"/>
            </a:solidFill>
            <a:prstDash val="solid"/>
          </a:ln>
        </p:spPr>
        <p:txBody>
          <a:bodyPr/>
          <a:lstStyle/>
          <a:p>
            <a:endParaRPr lang="fr-FR" noProof="0"/>
          </a:p>
        </p:txBody>
      </p:sp>
      <p:sp>
        <p:nvSpPr>
          <p:cNvPr id="12" name="Text 10"/>
          <p:cNvSpPr/>
          <p:nvPr/>
        </p:nvSpPr>
        <p:spPr>
          <a:xfrm>
            <a:off x="8251613" y="1823720"/>
            <a:ext cx="2954562" cy="695960"/>
          </a:xfrm>
          <a:prstGeom prst="rect">
            <a:avLst/>
          </a:prstGeom>
          <a:noFill/>
          <a:ln/>
        </p:spPr>
        <p:txBody>
          <a:bodyPr wrap="square" lIns="0" tIns="0" rIns="0" bIns="0" rtlCol="0" anchor="t">
            <a:normAutofit/>
          </a:bodyPr>
          <a:lstStyle/>
          <a:p>
            <a:pPr marL="0" indent="0" algn="l">
              <a:lnSpc>
                <a:spcPts val="5280"/>
              </a:lnSpc>
              <a:buNone/>
            </a:pPr>
            <a:r>
              <a:rPr lang="fr-FR" sz="4800" b="1" noProof="0">
                <a:solidFill>
                  <a:srgbClr val="2457C5"/>
                </a:solidFill>
                <a:latin typeface="IBM Plex Sans" pitchFamily="34" charset="0"/>
                <a:ea typeface="IBM Plex Sans" pitchFamily="34" charset="-122"/>
                <a:cs typeface="IBM Plex Sans" pitchFamily="34" charset="-120"/>
              </a:rPr>
              <a:t>3</a:t>
            </a:r>
            <a:endParaRPr lang="fr-FR" sz="4800" noProof="0"/>
          </a:p>
        </p:txBody>
      </p:sp>
      <p:sp>
        <p:nvSpPr>
          <p:cNvPr id="13" name="Text 11"/>
          <p:cNvSpPr/>
          <p:nvPr/>
        </p:nvSpPr>
        <p:spPr>
          <a:xfrm>
            <a:off x="8251613" y="2595880"/>
            <a:ext cx="2954562" cy="330200"/>
          </a:xfrm>
          <a:prstGeom prst="rect">
            <a:avLst/>
          </a:prstGeom>
          <a:noFill/>
          <a:ln/>
        </p:spPr>
        <p:txBody>
          <a:bodyPr wrap="square" lIns="0" tIns="0" rIns="0" bIns="0" rtlCol="0" anchor="t">
            <a:normAutofit/>
          </a:bodyPr>
          <a:lstStyle/>
          <a:p>
            <a:pPr marL="0" indent="0" algn="l">
              <a:lnSpc>
                <a:spcPts val="2400"/>
              </a:lnSpc>
              <a:buNone/>
            </a:pPr>
            <a:r>
              <a:rPr lang="fr-FR" sz="2000" b="1" noProof="0">
                <a:solidFill>
                  <a:srgbClr val="17202A"/>
                </a:solidFill>
                <a:latin typeface="IBM Plex Sans" pitchFamily="34" charset="0"/>
                <a:ea typeface="IBM Plex Sans" pitchFamily="34" charset="-122"/>
                <a:cs typeface="IBM Plex Sans" pitchFamily="34" charset="-120"/>
              </a:rPr>
              <a:t>Cas d'étude du client</a:t>
            </a:r>
            <a:endParaRPr lang="fr-FR" sz="2000" noProof="0"/>
          </a:p>
        </p:txBody>
      </p:sp>
      <p:sp>
        <p:nvSpPr>
          <p:cNvPr id="14" name="Text 12"/>
          <p:cNvSpPr/>
          <p:nvPr/>
        </p:nvSpPr>
        <p:spPr>
          <a:xfrm>
            <a:off x="8251613" y="3002280"/>
            <a:ext cx="2954562" cy="5588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5D6670"/>
                </a:solidFill>
                <a:latin typeface="IBM Plex Sans"/>
                <a:ea typeface="IBM Plex Sans" pitchFamily="34" charset="-122"/>
                <a:cs typeface="IBM Plex Sans" pitchFamily="34" charset="-120"/>
              </a:rPr>
              <a:t>Environnements 1 et 2 (étape 6)</a:t>
            </a:r>
            <a:endParaRPr lang="fr-FR" sz="1500" noProof="0">
              <a:solidFill>
                <a:srgbClr val="5D6670"/>
              </a:solidFill>
              <a:latin typeface="IBM Plex Sans"/>
            </a:endParaRPr>
          </a:p>
        </p:txBody>
      </p:sp>
      <p:sp>
        <p:nvSpPr>
          <p:cNvPr id="15" name="Text 13"/>
          <p:cNvSpPr/>
          <p:nvPr/>
        </p:nvSpPr>
        <p:spPr>
          <a:xfrm>
            <a:off x="812800" y="6238239"/>
            <a:ext cx="7848600" cy="238760"/>
          </a:xfrm>
          <a:prstGeom prst="rect">
            <a:avLst/>
          </a:prstGeom>
          <a:noFill/>
          <a:ln/>
        </p:spPr>
        <p:txBody>
          <a:bodyPr wrap="square" lIns="0" tIns="0" rIns="0" bIns="0" rtlCol="0" anchor="t">
            <a:normAutofit/>
          </a:bodyPr>
          <a:lstStyle/>
          <a:p>
            <a:pPr>
              <a:lnSpc>
                <a:spcPts val="1680"/>
              </a:lnSpc>
            </a:pPr>
            <a:r>
              <a:rPr lang="fr-FR" sz="1200" noProof="0">
                <a:solidFill>
                  <a:srgbClr val="5D6670"/>
                </a:solidFill>
                <a:latin typeface="IBM Plex Sans"/>
                <a:ea typeface="IBM Plex Sans" pitchFamily="34" charset="-122"/>
                <a:cs typeface="IBM Plex Sans" pitchFamily="34" charset="-120"/>
              </a:rPr>
              <a:t>SIT213 – TP6-7 – 16 octobre 2026 – Groupe B3</a:t>
            </a:r>
            <a:endParaRPr lang="fr-FR" sz="1200" noProof="0"/>
          </a:p>
        </p:txBody>
      </p:sp>
      <p:sp>
        <p:nvSpPr>
          <p:cNvPr id="16" name="Text 13">
            <a:extLst>
              <a:ext uri="{FF2B5EF4-FFF2-40B4-BE49-F238E27FC236}">
                <a16:creationId xmlns:a16="http://schemas.microsoft.com/office/drawing/2014/main" id="{1D23D2CD-E658-8E71-76B3-E61C179706EE}"/>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n°2/19</a:t>
            </a:r>
          </a:p>
        </p:txBody>
      </p:sp>
      <p:sp>
        <p:nvSpPr>
          <p:cNvPr id="18" name="Text 2">
            <a:extLst>
              <a:ext uri="{FF2B5EF4-FFF2-40B4-BE49-F238E27FC236}">
                <a16:creationId xmlns:a16="http://schemas.microsoft.com/office/drawing/2014/main" id="{426F55DA-E54C-06CB-C7C5-728EB7A5D5E1}"/>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D</a:t>
            </a:r>
            <a:endParaRPr lang="fr-FR" sz="1800" noProof="0">
              <a:solidFill>
                <a:srgbClr val="C9D3D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fr-FR" sz="3200" b="1" i="0" noProof="0">
                <a:solidFill>
                  <a:srgbClr val="17202A"/>
                </a:solidFill>
                <a:latin typeface="IBM Plex Sans" pitchFamily="34" charset="0"/>
                <a:ea typeface="IBM Plex Sans" pitchFamily="34" charset="-122"/>
                <a:cs typeface="IBM Plex Sans" pitchFamily="34" charset="-120"/>
              </a:rPr>
              <a:t>Organisation de l'équipe</a:t>
            </a:r>
            <a:endParaRPr lang="fr-FR" sz="3200" noProof="0"/>
          </a:p>
        </p:txBody>
      </p:sp>
      <p:sp>
        <p:nvSpPr>
          <p:cNvPr id="3" name="Shape 1"/>
          <p:cNvSpPr/>
          <p:nvPr/>
        </p:nvSpPr>
        <p:spPr>
          <a:xfrm>
            <a:off x="815975" y="1517014"/>
            <a:ext cx="3380317" cy="1885950"/>
          </a:xfrm>
          <a:prstGeom prst="roundRect">
            <a:avLst>
              <a:gd name="adj" fmla="val 5219"/>
            </a:avLst>
          </a:prstGeom>
          <a:solidFill>
            <a:srgbClr val="FFFFFF"/>
          </a:solidFill>
          <a:ln w="6350">
            <a:solidFill>
              <a:srgbClr val="DDD8CC"/>
            </a:solidFill>
            <a:prstDash val="solid"/>
          </a:ln>
        </p:spPr>
        <p:txBody>
          <a:bodyPr/>
          <a:lstStyle/>
          <a:p>
            <a:endParaRPr lang="fr-FR" noProof="0"/>
          </a:p>
        </p:txBody>
      </p:sp>
      <p:sp>
        <p:nvSpPr>
          <p:cNvPr id="4" name="Text 2"/>
          <p:cNvSpPr/>
          <p:nvPr/>
        </p:nvSpPr>
        <p:spPr>
          <a:xfrm>
            <a:off x="1046480" y="1747520"/>
            <a:ext cx="3006886" cy="57404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4 personnes, tous polyvalents</a:t>
            </a:r>
            <a:endParaRPr lang="fr-FR" sz="1800" noProof="0"/>
          </a:p>
        </p:txBody>
      </p:sp>
      <p:sp>
        <p:nvSpPr>
          <p:cNvPr id="5" name="Text 3"/>
          <p:cNvSpPr/>
          <p:nvPr/>
        </p:nvSpPr>
        <p:spPr>
          <a:xfrm>
            <a:off x="1046480" y="2372361"/>
            <a:ext cx="3006886" cy="8255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17202A"/>
                </a:solidFill>
                <a:latin typeface="IBM Plex Sans" pitchFamily="34" charset="0"/>
                <a:ea typeface="IBM Plex Sans" pitchFamily="34" charset="-122"/>
                <a:cs typeface="IBM Plex Sans" pitchFamily="34" charset="-120"/>
              </a:rPr>
              <a:t>Chaque étudiant a travaillé sur tous les aspects : code, télécoms et rapport.</a:t>
            </a:r>
            <a:endParaRPr lang="fr-FR" sz="1500" noProof="0"/>
          </a:p>
        </p:txBody>
      </p:sp>
      <p:sp>
        <p:nvSpPr>
          <p:cNvPr id="6" name="Shape 4"/>
          <p:cNvSpPr/>
          <p:nvPr/>
        </p:nvSpPr>
        <p:spPr>
          <a:xfrm>
            <a:off x="4405842" y="1517014"/>
            <a:ext cx="3380317" cy="1885950"/>
          </a:xfrm>
          <a:prstGeom prst="roundRect">
            <a:avLst>
              <a:gd name="adj" fmla="val 5219"/>
            </a:avLst>
          </a:prstGeom>
          <a:solidFill>
            <a:srgbClr val="FFFFFF"/>
          </a:solidFill>
          <a:ln w="6350">
            <a:solidFill>
              <a:srgbClr val="DDD8CC"/>
            </a:solidFill>
            <a:prstDash val="solid"/>
          </a:ln>
        </p:spPr>
        <p:txBody>
          <a:bodyPr/>
          <a:lstStyle/>
          <a:p>
            <a:endParaRPr lang="fr-FR" noProof="0"/>
          </a:p>
        </p:txBody>
      </p:sp>
      <p:sp>
        <p:nvSpPr>
          <p:cNvPr id="7" name="Text 5"/>
          <p:cNvSpPr/>
          <p:nvPr/>
        </p:nvSpPr>
        <p:spPr>
          <a:xfrm>
            <a:off x="4636346" y="1747520"/>
            <a:ext cx="3006886"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Travail régulier, en avance</a:t>
            </a:r>
            <a:endParaRPr lang="fr-FR" sz="1800" noProof="0"/>
          </a:p>
        </p:txBody>
      </p:sp>
      <p:sp>
        <p:nvSpPr>
          <p:cNvPr id="8" name="Text 6"/>
          <p:cNvSpPr/>
          <p:nvPr/>
        </p:nvSpPr>
        <p:spPr>
          <a:xfrm>
            <a:off x="4636346" y="2098039"/>
            <a:ext cx="3006886" cy="10922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17202A"/>
                </a:solidFill>
                <a:latin typeface="IBM Plex Sans" pitchFamily="34" charset="0"/>
                <a:ea typeface="IBM Plex Sans" pitchFamily="34" charset="-122"/>
                <a:cs typeface="IBM Plex Sans" pitchFamily="34" charset="-120"/>
              </a:rPr>
              <a:t>Prendre de l'avance pour garder de la marge en cas de problème. Outils et méthodes discutés avant de commencer.</a:t>
            </a:r>
            <a:endParaRPr lang="fr-FR" sz="1500" noProof="0"/>
          </a:p>
        </p:txBody>
      </p:sp>
      <p:sp>
        <p:nvSpPr>
          <p:cNvPr id="9" name="Shape 7"/>
          <p:cNvSpPr/>
          <p:nvPr/>
        </p:nvSpPr>
        <p:spPr>
          <a:xfrm>
            <a:off x="7995708" y="1517014"/>
            <a:ext cx="3380317" cy="1885950"/>
          </a:xfrm>
          <a:prstGeom prst="roundRect">
            <a:avLst>
              <a:gd name="adj" fmla="val 5219"/>
            </a:avLst>
          </a:prstGeom>
          <a:solidFill>
            <a:srgbClr val="FFFFFF"/>
          </a:solidFill>
          <a:ln w="6350">
            <a:solidFill>
              <a:srgbClr val="DDD8CC"/>
            </a:solidFill>
            <a:prstDash val="solid"/>
          </a:ln>
        </p:spPr>
        <p:txBody>
          <a:bodyPr/>
          <a:lstStyle/>
          <a:p>
            <a:endParaRPr lang="fr-FR" noProof="0"/>
          </a:p>
        </p:txBody>
      </p:sp>
      <p:sp>
        <p:nvSpPr>
          <p:cNvPr id="10" name="Text 8"/>
          <p:cNvSpPr/>
          <p:nvPr/>
        </p:nvSpPr>
        <p:spPr>
          <a:xfrm>
            <a:off x="8226213" y="1747520"/>
            <a:ext cx="3006886"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Circuit de validation</a:t>
            </a:r>
            <a:endParaRPr lang="fr-FR" sz="1800" noProof="0"/>
          </a:p>
        </p:txBody>
      </p:sp>
      <p:sp>
        <p:nvSpPr>
          <p:cNvPr id="11" name="Text 9"/>
          <p:cNvSpPr/>
          <p:nvPr/>
        </p:nvSpPr>
        <p:spPr>
          <a:xfrm>
            <a:off x="8226213" y="2098039"/>
            <a:ext cx="3006886" cy="8255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17202A"/>
                </a:solidFill>
                <a:latin typeface="IBM Plex Sans" pitchFamily="34" charset="0"/>
                <a:ea typeface="IBM Plex Sans" pitchFamily="34" charset="-122"/>
                <a:cs typeface="IBM Plex Sans" pitchFamily="34" charset="-120"/>
              </a:rPr>
              <a:t>Conformité de chaque livrable vérifiée par un ou plusieurs étudiants.</a:t>
            </a:r>
            <a:endParaRPr lang="fr-FR" sz="1500" noProof="0"/>
          </a:p>
        </p:txBody>
      </p:sp>
      <p:sp>
        <p:nvSpPr>
          <p:cNvPr id="12" name="Shape 10"/>
          <p:cNvSpPr/>
          <p:nvPr/>
        </p:nvSpPr>
        <p:spPr>
          <a:xfrm>
            <a:off x="790315" y="3676650"/>
            <a:ext cx="10462018" cy="1885949"/>
          </a:xfrm>
          <a:prstGeom prst="roundRect">
            <a:avLst>
              <a:gd name="adj" fmla="val 6033"/>
            </a:avLst>
          </a:prstGeom>
          <a:solidFill>
            <a:srgbClr val="14202E"/>
          </a:solidFill>
          <a:ln/>
        </p:spPr>
        <p:txBody>
          <a:bodyPr/>
          <a:lstStyle/>
          <a:p>
            <a:endParaRPr lang="fr-FR" noProof="0"/>
          </a:p>
        </p:txBody>
      </p:sp>
      <p:sp>
        <p:nvSpPr>
          <p:cNvPr id="13" name="Text 11"/>
          <p:cNvSpPr/>
          <p:nvPr/>
        </p:nvSpPr>
        <p:spPr>
          <a:xfrm>
            <a:off x="1041400" y="3888739"/>
            <a:ext cx="10412476"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F0A24A"/>
                </a:solidFill>
                <a:latin typeface="IBM Plex Sans" pitchFamily="34" charset="0"/>
                <a:ea typeface="IBM Plex Sans" pitchFamily="34" charset="-122"/>
                <a:cs typeface="IBM Plex Sans" pitchFamily="34" charset="-120"/>
              </a:rPr>
              <a:t>Enseignement</a:t>
            </a:r>
            <a:endParaRPr lang="fr-FR" sz="1800" noProof="0"/>
          </a:p>
        </p:txBody>
      </p:sp>
      <p:sp>
        <p:nvSpPr>
          <p:cNvPr id="14" name="Text 12"/>
          <p:cNvSpPr/>
          <p:nvPr/>
        </p:nvSpPr>
        <p:spPr>
          <a:xfrm>
            <a:off x="1041400" y="4239261"/>
            <a:ext cx="10412476" cy="5588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F4F1EA"/>
                </a:solidFill>
                <a:latin typeface="IBM Plex Sans" pitchFamily="34" charset="0"/>
                <a:ea typeface="IBM Plex Sans" pitchFamily="34" charset="-122"/>
                <a:cs typeface="IBM Plex Sans" pitchFamily="34" charset="-120"/>
              </a:rPr>
              <a:t>Une seule fois, la vérification n'a pas pu se faire faute de temps : le livrable n'était pas totalement conforme. </a:t>
            </a:r>
          </a:p>
          <a:p>
            <a:pPr marL="0" indent="0" algn="l">
              <a:lnSpc>
                <a:spcPts val="2100"/>
              </a:lnSpc>
              <a:buNone/>
            </a:pPr>
            <a:r>
              <a:rPr lang="fr-FR" sz="1500" noProof="0">
                <a:solidFill>
                  <a:srgbClr val="F4F1EA"/>
                </a:solidFill>
                <a:latin typeface="IBM Plex Sans" pitchFamily="34" charset="0"/>
                <a:ea typeface="IBM Plex Sans" pitchFamily="34" charset="-122"/>
                <a:cs typeface="IBM Plex Sans" pitchFamily="34" charset="-120"/>
              </a:rPr>
              <a:t>Une organisation rigoureuse est indispensable.</a:t>
            </a:r>
            <a:endParaRPr lang="fr-FR" sz="1500" noProof="0"/>
          </a:p>
        </p:txBody>
      </p:sp>
      <p:sp>
        <p:nvSpPr>
          <p:cNvPr id="15" name="Text 13"/>
          <p:cNvSpPr/>
          <p:nvPr/>
        </p:nvSpPr>
        <p:spPr>
          <a:xfrm>
            <a:off x="1041400" y="4848860"/>
            <a:ext cx="10412476" cy="558799"/>
          </a:xfrm>
          <a:prstGeom prst="rect">
            <a:avLst/>
          </a:prstGeom>
          <a:noFill/>
          <a:ln/>
        </p:spPr>
        <p:txBody>
          <a:bodyPr wrap="square" lIns="0" tIns="0" rIns="0" bIns="0" rtlCol="0" anchor="t">
            <a:normAutofit/>
          </a:bodyPr>
          <a:lstStyle/>
          <a:p>
            <a:pPr marL="0" indent="0" algn="l">
              <a:lnSpc>
                <a:spcPts val="2100"/>
              </a:lnSpc>
              <a:buNone/>
            </a:pPr>
            <a:r>
              <a:rPr lang="fr-FR" sz="1500" noProof="0">
                <a:solidFill>
                  <a:schemeClr val="bg1"/>
                </a:solidFill>
                <a:latin typeface="IBM Plex Sans" pitchFamily="34" charset="0"/>
                <a:ea typeface="IBM Plex Sans" pitchFamily="34" charset="-122"/>
                <a:cs typeface="IBM Plex Sans" pitchFamily="34" charset="-120"/>
              </a:rPr>
              <a:t>Si c'était à refaire : Meilleur partage des informations (tableau Kanban type Trello), meilleure prise en compte des impératifs horaire de chacun.</a:t>
            </a:r>
            <a:endParaRPr lang="fr-FR" sz="1500" noProof="0">
              <a:solidFill>
                <a:schemeClr val="bg1"/>
              </a:solidFill>
            </a:endParaRPr>
          </a:p>
        </p:txBody>
      </p:sp>
      <p:sp>
        <p:nvSpPr>
          <p:cNvPr id="16" name="Text 14"/>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Organisation de l'équipe</a:t>
            </a:r>
            <a:endParaRPr lang="fr-FR" sz="1200" noProof="0"/>
          </a:p>
        </p:txBody>
      </p:sp>
      <p:sp>
        <p:nvSpPr>
          <p:cNvPr id="18" name="Text 13">
            <a:extLst>
              <a:ext uri="{FF2B5EF4-FFF2-40B4-BE49-F238E27FC236}">
                <a16:creationId xmlns:a16="http://schemas.microsoft.com/office/drawing/2014/main" id="{9DCC5606-BA44-DF9F-C339-4ED70F8EBDAD}"/>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n°3/19</a:t>
            </a:r>
          </a:p>
        </p:txBody>
      </p:sp>
      <p:sp>
        <p:nvSpPr>
          <p:cNvPr id="19" name="Text 2">
            <a:extLst>
              <a:ext uri="{FF2B5EF4-FFF2-40B4-BE49-F238E27FC236}">
                <a16:creationId xmlns:a16="http://schemas.microsoft.com/office/drawing/2014/main" id="{ED01E2D1-07D2-CD1A-1DF5-5471FAEA213B}"/>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P</a:t>
            </a:r>
            <a:endParaRPr lang="fr-FR" sz="1800" noProof="0">
              <a:solidFill>
                <a:srgbClr val="C9D3D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a:extLst>
            <a:ext uri="{FF2B5EF4-FFF2-40B4-BE49-F238E27FC236}">
              <a16:creationId xmlns:a16="http://schemas.microsoft.com/office/drawing/2014/main" id="{9FAA0134-A296-BC49-A249-5D279A61F35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4FA704C-9C84-8919-7A2D-033102EF34AE}"/>
              </a:ext>
            </a:extLst>
          </p:cNvPr>
          <p:cNvSpPr>
            <a:spLocks noGrp="1"/>
          </p:cNvSpPr>
          <p:nvPr>
            <p:ph type="title"/>
          </p:nvPr>
        </p:nvSpPr>
        <p:spPr>
          <a:xfrm>
            <a:off x="812800" y="812800"/>
            <a:ext cx="10883392" cy="472440"/>
          </a:xfrm>
          <a:prstGeom prst="rect">
            <a:avLst/>
          </a:prstGeom>
          <a:noFill/>
          <a:ln/>
        </p:spPr>
        <p:txBody>
          <a:bodyPr wrap="square" lIns="0" tIns="0" rIns="0" bIns="0" rtlCol="0" anchor="t">
            <a:normAutofit fontScale="90000"/>
          </a:bodyPr>
          <a:lstStyle/>
          <a:p>
            <a:pPr>
              <a:lnSpc>
                <a:spcPts val="3520"/>
              </a:lnSpc>
            </a:pPr>
            <a:r>
              <a:rPr lang="fr-FR" b="1">
                <a:latin typeface="IBM Plex Sans"/>
              </a:rPr>
              <a:t>Une organisation à toute épreuve, même pendant le blocus...</a:t>
            </a:r>
            <a:endParaRPr lang="en-US"/>
          </a:p>
        </p:txBody>
      </p:sp>
      <p:sp>
        <p:nvSpPr>
          <p:cNvPr id="15" name="Text 13">
            <a:extLst>
              <a:ext uri="{FF2B5EF4-FFF2-40B4-BE49-F238E27FC236}">
                <a16:creationId xmlns:a16="http://schemas.microsoft.com/office/drawing/2014/main" id="{8DDD9FCD-92AA-FDDB-67F3-789F88277EFD}"/>
              </a:ext>
            </a:extLst>
          </p:cNvPr>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Organisation de l'équipe</a:t>
            </a:r>
            <a:endParaRPr lang="fr-FR" sz="1200" noProof="0"/>
          </a:p>
        </p:txBody>
      </p:sp>
      <p:pic>
        <p:nvPicPr>
          <p:cNvPr id="16" name="Picture 15">
            <a:extLst>
              <a:ext uri="{FF2B5EF4-FFF2-40B4-BE49-F238E27FC236}">
                <a16:creationId xmlns:a16="http://schemas.microsoft.com/office/drawing/2014/main" id="{70D322D1-AA03-0D55-8795-D117B1DC0C81}"/>
              </a:ext>
            </a:extLst>
          </p:cNvPr>
          <p:cNvPicPr>
            <a:picLocks noChangeAspect="1"/>
          </p:cNvPicPr>
          <p:nvPr/>
        </p:nvPicPr>
        <p:blipFill>
          <a:blip r:embed="rId3"/>
          <a:stretch>
            <a:fillRect/>
          </a:stretch>
        </p:blipFill>
        <p:spPr>
          <a:xfrm>
            <a:off x="1315527" y="1286699"/>
            <a:ext cx="9568133" cy="4888448"/>
          </a:xfrm>
          <a:prstGeom prst="rect">
            <a:avLst/>
          </a:prstGeom>
        </p:spPr>
      </p:pic>
      <p:sp>
        <p:nvSpPr>
          <p:cNvPr id="19" name="Text 13">
            <a:extLst>
              <a:ext uri="{FF2B5EF4-FFF2-40B4-BE49-F238E27FC236}">
                <a16:creationId xmlns:a16="http://schemas.microsoft.com/office/drawing/2014/main" id="{6AB979EB-B8DE-96E9-E3A4-A2FD85BE43E6}"/>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n°4/19</a:t>
            </a:r>
          </a:p>
        </p:txBody>
      </p:sp>
      <p:sp>
        <p:nvSpPr>
          <p:cNvPr id="4" name="Text 2">
            <a:extLst>
              <a:ext uri="{FF2B5EF4-FFF2-40B4-BE49-F238E27FC236}">
                <a16:creationId xmlns:a16="http://schemas.microsoft.com/office/drawing/2014/main" id="{9280C219-A831-81C4-2E1A-563F40B60A73}"/>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P</a:t>
            </a:r>
            <a:endParaRPr lang="fr-FR" sz="1800" noProof="0">
              <a:solidFill>
                <a:srgbClr val="C9D3DF"/>
              </a:solidFill>
            </a:endParaRPr>
          </a:p>
        </p:txBody>
      </p:sp>
    </p:spTree>
    <p:extLst>
      <p:ext uri="{BB962C8B-B14F-4D97-AF65-F5344CB8AC3E}">
        <p14:creationId xmlns:p14="http://schemas.microsoft.com/office/powerpoint/2010/main" val="3829866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fr-FR" sz="3200" b="1" i="0" noProof="0">
                <a:solidFill>
                  <a:srgbClr val="17202A"/>
                </a:solidFill>
                <a:latin typeface="IBM Plex Sans" pitchFamily="34" charset="0"/>
                <a:ea typeface="IBM Plex Sans" pitchFamily="34" charset="-122"/>
                <a:cs typeface="IBM Plex Sans" pitchFamily="34" charset="-120"/>
              </a:rPr>
              <a:t>Outils et gestion des versions</a:t>
            </a:r>
            <a:endParaRPr lang="fr-FR" sz="3200" noProof="0"/>
          </a:p>
        </p:txBody>
      </p:sp>
      <p:sp>
        <p:nvSpPr>
          <p:cNvPr id="3" name="Shape 1"/>
          <p:cNvSpPr/>
          <p:nvPr/>
        </p:nvSpPr>
        <p:spPr>
          <a:xfrm>
            <a:off x="815975" y="1517014"/>
            <a:ext cx="3380317" cy="2145030"/>
          </a:xfrm>
          <a:prstGeom prst="roundRect">
            <a:avLst>
              <a:gd name="adj" fmla="val 4589"/>
            </a:avLst>
          </a:prstGeom>
          <a:solidFill>
            <a:srgbClr val="FFFFFF"/>
          </a:solidFill>
          <a:ln w="6350">
            <a:solidFill>
              <a:srgbClr val="DDD8CC"/>
            </a:solidFill>
            <a:prstDash val="solid"/>
          </a:ln>
        </p:spPr>
        <p:txBody>
          <a:bodyPr/>
          <a:lstStyle/>
          <a:p>
            <a:endParaRPr lang="fr-FR" noProof="0"/>
          </a:p>
        </p:txBody>
      </p:sp>
      <p:sp>
        <p:nvSpPr>
          <p:cNvPr id="4" name="Text 2"/>
          <p:cNvSpPr/>
          <p:nvPr/>
        </p:nvSpPr>
        <p:spPr>
          <a:xfrm>
            <a:off x="1046480" y="1747520"/>
            <a:ext cx="3006886"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Développement</a:t>
            </a:r>
            <a:endParaRPr lang="fr-FR" sz="1800" noProof="0"/>
          </a:p>
        </p:txBody>
      </p:sp>
      <p:sp>
        <p:nvSpPr>
          <p:cNvPr id="5" name="Text 3"/>
          <p:cNvSpPr/>
          <p:nvPr/>
        </p:nvSpPr>
        <p:spPr>
          <a:xfrm>
            <a:off x="1117600" y="2098039"/>
            <a:ext cx="2928146" cy="1358900"/>
          </a:xfrm>
          <a:prstGeom prst="rect">
            <a:avLst/>
          </a:prstGeom>
          <a:noFill/>
          <a:ln/>
        </p:spPr>
        <p:txBody>
          <a:bodyPr wrap="square" lIns="0" tIns="0" rIns="0" bIns="0" rtlCol="0" anchor="t">
            <a:normAutofit/>
          </a:bodyPr>
          <a:lstStyle/>
          <a:p>
            <a:pPr marL="182880" indent="-182880" algn="l">
              <a:lnSpc>
                <a:spcPts val="2100"/>
              </a:lnSpc>
              <a:buSzPct val="100000"/>
              <a:buChar char="•"/>
            </a:pPr>
            <a:r>
              <a:rPr lang="fr-FR" sz="1500" noProof="0">
                <a:solidFill>
                  <a:srgbClr val="17202A"/>
                </a:solidFill>
                <a:latin typeface="IBM Plex Sans" pitchFamily="34" charset="0"/>
                <a:ea typeface="IBM Plex Sans" pitchFamily="34" charset="-122"/>
                <a:cs typeface="IBM Plex Sans" pitchFamily="34" charset="-120"/>
              </a:rPr>
              <a:t>VS Code</a:t>
            </a:r>
          </a:p>
          <a:p>
            <a:pPr marL="182880" indent="-182880">
              <a:lnSpc>
                <a:spcPts val="2100"/>
              </a:lnSpc>
              <a:buSzPct val="100000"/>
              <a:buChar char="•"/>
            </a:pPr>
            <a:r>
              <a:rPr lang="fr-FR" sz="1500" err="1">
                <a:solidFill>
                  <a:srgbClr val="17202A"/>
                </a:solidFill>
                <a:latin typeface="IBM Plex Sans" pitchFamily="34" charset="0"/>
                <a:ea typeface="IBM Plex Sans" pitchFamily="34" charset="-122"/>
                <a:cs typeface="IBM Plex Sans" pitchFamily="34" charset="-120"/>
              </a:rPr>
              <a:t>Junit</a:t>
            </a:r>
            <a:r>
              <a:rPr lang="fr-FR" sz="1500">
                <a:solidFill>
                  <a:srgbClr val="17202A"/>
                </a:solidFill>
                <a:latin typeface="IBM Plex Sans" pitchFamily="34" charset="0"/>
                <a:ea typeface="IBM Plex Sans" pitchFamily="34" charset="-122"/>
                <a:cs typeface="IBM Plex Sans" pitchFamily="34" charset="-120"/>
              </a:rPr>
              <a:t> et alternative à </a:t>
            </a:r>
            <a:r>
              <a:rPr lang="fr-FR" sz="1500" noProof="0">
                <a:solidFill>
                  <a:srgbClr val="17202A"/>
                </a:solidFill>
                <a:latin typeface="IBM Plex Sans" pitchFamily="34" charset="0"/>
                <a:ea typeface="IBM Plex Sans" pitchFamily="34" charset="-122"/>
                <a:cs typeface="IBM Plex Sans" pitchFamily="34" charset="-120"/>
              </a:rPr>
              <a:t>Emma</a:t>
            </a:r>
            <a:endParaRPr lang="fr-FR" sz="1500" noProof="0"/>
          </a:p>
          <a:p>
            <a:pPr marL="182880" indent="-182880" algn="l">
              <a:lnSpc>
                <a:spcPts val="2100"/>
              </a:lnSpc>
              <a:buSzPct val="100000"/>
              <a:buChar char="•"/>
            </a:pPr>
            <a:r>
              <a:rPr lang="fr-FR" sz="1500" noProof="0">
                <a:solidFill>
                  <a:srgbClr val="17202A"/>
                </a:solidFill>
                <a:latin typeface="IBM Plex Sans" pitchFamily="34" charset="0"/>
                <a:ea typeface="IBM Plex Sans" pitchFamily="34" charset="-122"/>
                <a:cs typeface="IBM Plex Sans" pitchFamily="34" charset="-120"/>
              </a:rPr>
              <a:t>Windows 11 et Linux</a:t>
            </a:r>
            <a:endParaRPr lang="fr-FR" sz="1500" noProof="0"/>
          </a:p>
          <a:p>
            <a:pPr marL="182880" indent="-182880">
              <a:lnSpc>
                <a:spcPts val="2100"/>
              </a:lnSpc>
              <a:buSzPct val="100000"/>
              <a:buChar char="•"/>
            </a:pPr>
            <a:r>
              <a:rPr lang="fr-FR" sz="1500">
                <a:solidFill>
                  <a:srgbClr val="17202A"/>
                </a:solidFill>
                <a:latin typeface="IBM Plex Sans"/>
                <a:ea typeface="IBM Plex Sans" pitchFamily="34" charset="-122"/>
                <a:cs typeface="IBM Plex Sans" pitchFamily="34" charset="-120"/>
              </a:rPr>
              <a:t>Ubuntu pour</a:t>
            </a:r>
            <a:r>
              <a:rPr lang="fr-FR" sz="1500" noProof="0">
                <a:solidFill>
                  <a:srgbClr val="17202A"/>
                </a:solidFill>
                <a:latin typeface="IBM Plex Sans"/>
                <a:ea typeface="IBM Plex Sans" pitchFamily="34" charset="-122"/>
                <a:cs typeface="IBM Plex Sans" pitchFamily="34" charset="-120"/>
              </a:rPr>
              <a:t> valider : environnement </a:t>
            </a:r>
            <a:r>
              <a:rPr lang="fr-FR" sz="1500">
                <a:solidFill>
                  <a:srgbClr val="17202A"/>
                </a:solidFill>
                <a:latin typeface="IBM Plex Sans"/>
                <a:ea typeface="IBM Plex Sans" pitchFamily="34" charset="-122"/>
                <a:cs typeface="IBM Plex Sans" pitchFamily="34" charset="-120"/>
              </a:rPr>
              <a:t>de</a:t>
            </a:r>
            <a:r>
              <a:rPr lang="fr-FR" sz="1500" noProof="0">
                <a:solidFill>
                  <a:srgbClr val="17202A"/>
                </a:solidFill>
                <a:latin typeface="IBM Plex Sans"/>
                <a:ea typeface="IBM Plex Sans" pitchFamily="34" charset="-122"/>
                <a:cs typeface="IBM Plex Sans" pitchFamily="34" charset="-120"/>
              </a:rPr>
              <a:t> livraison</a:t>
            </a:r>
            <a:endParaRPr lang="fr-FR" sz="1500" noProof="0">
              <a:latin typeface="IBM Plex Sans"/>
            </a:endParaRPr>
          </a:p>
        </p:txBody>
      </p:sp>
      <p:sp>
        <p:nvSpPr>
          <p:cNvPr id="6" name="Shape 4"/>
          <p:cNvSpPr/>
          <p:nvPr/>
        </p:nvSpPr>
        <p:spPr>
          <a:xfrm>
            <a:off x="4405842" y="1517014"/>
            <a:ext cx="3380317" cy="2145030"/>
          </a:xfrm>
          <a:prstGeom prst="roundRect">
            <a:avLst>
              <a:gd name="adj" fmla="val 4589"/>
            </a:avLst>
          </a:prstGeom>
          <a:solidFill>
            <a:srgbClr val="FFFFFF"/>
          </a:solidFill>
          <a:ln w="6350">
            <a:solidFill>
              <a:srgbClr val="DDD8CC"/>
            </a:solidFill>
            <a:prstDash val="solid"/>
          </a:ln>
        </p:spPr>
        <p:txBody>
          <a:bodyPr/>
          <a:lstStyle/>
          <a:p>
            <a:endParaRPr lang="fr-FR" noProof="0"/>
          </a:p>
        </p:txBody>
      </p:sp>
      <p:sp>
        <p:nvSpPr>
          <p:cNvPr id="7" name="Text 5"/>
          <p:cNvSpPr/>
          <p:nvPr/>
        </p:nvSpPr>
        <p:spPr>
          <a:xfrm>
            <a:off x="4636346" y="1747520"/>
            <a:ext cx="3006886"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Versions</a:t>
            </a:r>
            <a:endParaRPr lang="fr-FR" sz="1800" noProof="0"/>
          </a:p>
        </p:txBody>
      </p:sp>
      <p:sp>
        <p:nvSpPr>
          <p:cNvPr id="8" name="Text 6"/>
          <p:cNvSpPr/>
          <p:nvPr/>
        </p:nvSpPr>
        <p:spPr>
          <a:xfrm>
            <a:off x="4707466" y="2098039"/>
            <a:ext cx="2928146" cy="1092200"/>
          </a:xfrm>
          <a:prstGeom prst="rect">
            <a:avLst/>
          </a:prstGeom>
          <a:noFill/>
          <a:ln/>
        </p:spPr>
        <p:txBody>
          <a:bodyPr wrap="square" lIns="0" tIns="0" rIns="0" bIns="0" rtlCol="0" anchor="t">
            <a:normAutofit/>
          </a:bodyPr>
          <a:lstStyle/>
          <a:p>
            <a:pPr marL="182880" indent="-182880">
              <a:lnSpc>
                <a:spcPts val="2100"/>
              </a:lnSpc>
              <a:buSzPct val="100000"/>
              <a:buChar char="•"/>
            </a:pPr>
            <a:r>
              <a:rPr lang="fr-FR" sz="1500">
                <a:solidFill>
                  <a:srgbClr val="17202A"/>
                </a:solidFill>
                <a:latin typeface="IBM Plex Sans"/>
                <a:ea typeface="IBM Plex Sans" pitchFamily="34" charset="-122"/>
                <a:cs typeface="IBM Plex Sans" pitchFamily="34" charset="-120"/>
              </a:rPr>
              <a:t>GitHub pour</a:t>
            </a:r>
            <a:r>
              <a:rPr lang="fr-FR" sz="1500" noProof="0">
                <a:solidFill>
                  <a:srgbClr val="17202A"/>
                </a:solidFill>
                <a:latin typeface="IBM Plex Sans"/>
                <a:ea typeface="IBM Plex Sans" pitchFamily="34" charset="-122"/>
                <a:cs typeface="IBM Plex Sans" pitchFamily="34" charset="-120"/>
              </a:rPr>
              <a:t> partager le code</a:t>
            </a:r>
            <a:endParaRPr lang="fr-FR" sz="1500" noProof="0">
              <a:latin typeface="IBM Plex Sans"/>
            </a:endParaRPr>
          </a:p>
          <a:p>
            <a:pPr marL="182880" indent="-182880" algn="l">
              <a:lnSpc>
                <a:spcPts val="2100"/>
              </a:lnSpc>
              <a:buSzPct val="100000"/>
              <a:buChar char="•"/>
            </a:pPr>
            <a:r>
              <a:rPr lang="fr-FR" sz="1500" noProof="0">
                <a:solidFill>
                  <a:srgbClr val="17202A"/>
                </a:solidFill>
                <a:latin typeface="IBM Plex Sans"/>
                <a:ea typeface="IBM Plex Sans" pitchFamily="34" charset="-122"/>
                <a:cs typeface="IBM Plex Sans" pitchFamily="34" charset="-120"/>
              </a:rPr>
              <a:t>git pull et git push réguliers pour éviter les conflits de fusion</a:t>
            </a:r>
            <a:endParaRPr lang="fr-FR" sz="1500" noProof="0">
              <a:latin typeface="IBM Plex Sans"/>
            </a:endParaRPr>
          </a:p>
        </p:txBody>
      </p:sp>
      <p:sp>
        <p:nvSpPr>
          <p:cNvPr id="9" name="Shape 7"/>
          <p:cNvSpPr/>
          <p:nvPr/>
        </p:nvSpPr>
        <p:spPr>
          <a:xfrm>
            <a:off x="7995708" y="1517014"/>
            <a:ext cx="3380317" cy="2145030"/>
          </a:xfrm>
          <a:prstGeom prst="roundRect">
            <a:avLst>
              <a:gd name="adj" fmla="val 4589"/>
            </a:avLst>
          </a:prstGeom>
          <a:solidFill>
            <a:srgbClr val="FFFFFF"/>
          </a:solidFill>
          <a:ln w="6350">
            <a:solidFill>
              <a:srgbClr val="DDD8CC"/>
            </a:solidFill>
            <a:prstDash val="solid"/>
          </a:ln>
        </p:spPr>
        <p:txBody>
          <a:bodyPr/>
          <a:lstStyle/>
          <a:p>
            <a:endParaRPr lang="fr-FR" noProof="0"/>
          </a:p>
        </p:txBody>
      </p:sp>
      <p:sp>
        <p:nvSpPr>
          <p:cNvPr id="10" name="Text 8"/>
          <p:cNvSpPr/>
          <p:nvPr/>
        </p:nvSpPr>
        <p:spPr>
          <a:xfrm>
            <a:off x="8226213" y="1747520"/>
            <a:ext cx="3006886"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Rapports et échanges</a:t>
            </a:r>
            <a:endParaRPr lang="fr-FR" sz="1800" noProof="0"/>
          </a:p>
        </p:txBody>
      </p:sp>
      <p:sp>
        <p:nvSpPr>
          <p:cNvPr id="11" name="Text 9"/>
          <p:cNvSpPr/>
          <p:nvPr/>
        </p:nvSpPr>
        <p:spPr>
          <a:xfrm>
            <a:off x="8297333" y="2098039"/>
            <a:ext cx="2928146" cy="1358900"/>
          </a:xfrm>
          <a:prstGeom prst="rect">
            <a:avLst/>
          </a:prstGeom>
          <a:noFill/>
          <a:ln/>
        </p:spPr>
        <p:txBody>
          <a:bodyPr wrap="square" lIns="0" tIns="0" rIns="0" bIns="0" rtlCol="0" anchor="t">
            <a:normAutofit/>
          </a:bodyPr>
          <a:lstStyle/>
          <a:p>
            <a:pPr marL="182880" indent="-182880" algn="l">
              <a:lnSpc>
                <a:spcPts val="2100"/>
              </a:lnSpc>
              <a:buSzPct val="100000"/>
              <a:buChar char="•"/>
            </a:pPr>
            <a:r>
              <a:rPr lang="fr-FR" sz="1500" noProof="0" err="1">
                <a:solidFill>
                  <a:srgbClr val="17202A"/>
                </a:solidFill>
                <a:latin typeface="IBM Plex Sans"/>
                <a:ea typeface="IBM Plex Sans" pitchFamily="34" charset="-122"/>
                <a:cs typeface="IBM Plex Sans" pitchFamily="34" charset="-120"/>
              </a:rPr>
              <a:t>Overleaf</a:t>
            </a:r>
            <a:r>
              <a:rPr lang="fr-FR" sz="1500" noProof="0">
                <a:solidFill>
                  <a:srgbClr val="17202A"/>
                </a:solidFill>
                <a:latin typeface="IBM Plex Sans"/>
                <a:ea typeface="IBM Plex Sans" pitchFamily="34" charset="-122"/>
                <a:cs typeface="IBM Plex Sans" pitchFamily="34" charset="-120"/>
              </a:rPr>
              <a:t> (</a:t>
            </a:r>
            <a:r>
              <a:rPr lang="fr-FR" sz="1500" noProof="0" err="1">
                <a:solidFill>
                  <a:srgbClr val="17202A"/>
                </a:solidFill>
                <a:latin typeface="IBM Plex Sans"/>
                <a:ea typeface="IBM Plex Sans" pitchFamily="34" charset="-122"/>
                <a:cs typeface="IBM Plex Sans" pitchFamily="34" charset="-120"/>
              </a:rPr>
              <a:t>LaTeX</a:t>
            </a:r>
            <a:r>
              <a:rPr lang="fr-FR" sz="1500" noProof="0">
                <a:solidFill>
                  <a:srgbClr val="17202A"/>
                </a:solidFill>
                <a:latin typeface="IBM Plex Sans"/>
                <a:ea typeface="IBM Plex Sans" pitchFamily="34" charset="-122"/>
                <a:cs typeface="IBM Plex Sans" pitchFamily="34" charset="-120"/>
              </a:rPr>
              <a:t>) pour les rapports</a:t>
            </a:r>
            <a:endParaRPr lang="fr-FR" sz="1500" noProof="0">
              <a:latin typeface="IBM Plex Sans"/>
            </a:endParaRPr>
          </a:p>
          <a:p>
            <a:pPr marL="182880" indent="-182880" algn="l">
              <a:lnSpc>
                <a:spcPts val="2100"/>
              </a:lnSpc>
              <a:buSzPct val="100000"/>
              <a:buChar char="•"/>
            </a:pPr>
            <a:r>
              <a:rPr lang="fr-FR" sz="1500" noProof="0">
                <a:solidFill>
                  <a:srgbClr val="17202A"/>
                </a:solidFill>
                <a:latin typeface="IBM Plex Sans" pitchFamily="34" charset="0"/>
                <a:ea typeface="IBM Plex Sans" pitchFamily="34" charset="-122"/>
                <a:cs typeface="IBM Plex Sans" pitchFamily="34" charset="-120"/>
              </a:rPr>
              <a:t>Google Docs pour les notes</a:t>
            </a:r>
            <a:endParaRPr lang="fr-FR" sz="1500" noProof="0"/>
          </a:p>
          <a:p>
            <a:pPr marL="182880" indent="-182880">
              <a:lnSpc>
                <a:spcPts val="2100"/>
              </a:lnSpc>
              <a:buSzPct val="100000"/>
              <a:buChar char="•"/>
            </a:pPr>
            <a:r>
              <a:rPr lang="fr-FR" sz="1500" noProof="0">
                <a:solidFill>
                  <a:srgbClr val="17202A"/>
                </a:solidFill>
                <a:latin typeface="IBM Plex Sans"/>
                <a:ea typeface="IBM Plex Sans" pitchFamily="34" charset="-122"/>
                <a:cs typeface="IBM Plex Sans" pitchFamily="34" charset="-120"/>
              </a:rPr>
              <a:t>WhatsApp pour le travail à </a:t>
            </a:r>
            <a:r>
              <a:rPr lang="fr-FR" sz="1500">
                <a:solidFill>
                  <a:srgbClr val="17202A"/>
                </a:solidFill>
                <a:latin typeface="IBM Plex Sans"/>
                <a:ea typeface="IBM Plex Sans" pitchFamily="34" charset="-122"/>
                <a:cs typeface="IBM Plex Sans" pitchFamily="34" charset="-120"/>
              </a:rPr>
              <a:t>distance et la communication</a:t>
            </a:r>
            <a:endParaRPr lang="fr-FR" sz="1500" noProof="0"/>
          </a:p>
        </p:txBody>
      </p:sp>
      <p:sp>
        <p:nvSpPr>
          <p:cNvPr id="12" name="Shape 10"/>
          <p:cNvSpPr/>
          <p:nvPr/>
        </p:nvSpPr>
        <p:spPr>
          <a:xfrm>
            <a:off x="812800" y="3919220"/>
            <a:ext cx="10618591" cy="1602078"/>
          </a:xfrm>
          <a:prstGeom prst="roundRect">
            <a:avLst>
              <a:gd name="adj" fmla="val 7576"/>
            </a:avLst>
          </a:prstGeom>
          <a:solidFill>
            <a:srgbClr val="14202E"/>
          </a:solidFill>
          <a:ln/>
        </p:spPr>
        <p:txBody>
          <a:bodyPr/>
          <a:lstStyle/>
          <a:p>
            <a:endParaRPr lang="fr-FR" noProof="0"/>
          </a:p>
        </p:txBody>
      </p:sp>
      <p:sp>
        <p:nvSpPr>
          <p:cNvPr id="13" name="Text 11"/>
          <p:cNvSpPr/>
          <p:nvPr/>
        </p:nvSpPr>
        <p:spPr>
          <a:xfrm>
            <a:off x="1041400" y="4147820"/>
            <a:ext cx="10412476"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F0A24A"/>
                </a:solidFill>
                <a:latin typeface="IBM Plex Sans" pitchFamily="34" charset="0"/>
                <a:ea typeface="IBM Plex Sans" pitchFamily="34" charset="-122"/>
                <a:cs typeface="IBM Plex Sans" pitchFamily="34" charset="-120"/>
              </a:rPr>
              <a:t>Usage de l'IA</a:t>
            </a:r>
            <a:endParaRPr lang="fr-FR" sz="1800" noProof="0"/>
          </a:p>
        </p:txBody>
      </p:sp>
      <p:sp>
        <p:nvSpPr>
          <p:cNvPr id="14" name="Text 12"/>
          <p:cNvSpPr/>
          <p:nvPr/>
        </p:nvSpPr>
        <p:spPr>
          <a:xfrm>
            <a:off x="1041400" y="4467024"/>
            <a:ext cx="10402038" cy="892827"/>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F4F1EA"/>
                </a:solidFill>
                <a:latin typeface="IBM Plex Sans"/>
                <a:ea typeface="IBM Plex Sans" pitchFamily="34" charset="-122"/>
                <a:cs typeface="IBM Plex Sans" pitchFamily="34" charset="-120"/>
              </a:rPr>
              <a:t>Gemini, Claude et Mistral, sur toutes les parties du projet : correction orthographique et syntaxique, vérification de la cohérence des résultats et du respect des consignes. Les contenus sont produits par l'équipe</a:t>
            </a:r>
            <a:r>
              <a:rPr lang="fr-FR" sz="1500">
                <a:solidFill>
                  <a:srgbClr val="F4F1EA"/>
                </a:solidFill>
                <a:latin typeface="IBM Plex Sans"/>
                <a:ea typeface="IBM Plex Sans" pitchFamily="34" charset="-122"/>
                <a:cs typeface="IBM Plex Sans" pitchFamily="34" charset="-120"/>
              </a:rPr>
              <a:t>, parfois </a:t>
            </a:r>
            <a:r>
              <a:rPr lang="fr-FR" sz="1500" noProof="0">
                <a:solidFill>
                  <a:srgbClr val="F4F1EA"/>
                </a:solidFill>
                <a:latin typeface="IBM Plex Sans"/>
                <a:ea typeface="IBM Plex Sans" pitchFamily="34" charset="-122"/>
                <a:cs typeface="IBM Plex Sans" pitchFamily="34" charset="-120"/>
              </a:rPr>
              <a:t>avec l’aide de LLM.</a:t>
            </a:r>
          </a:p>
          <a:p>
            <a:pPr>
              <a:lnSpc>
                <a:spcPts val="2100"/>
              </a:lnSpc>
            </a:pPr>
            <a:r>
              <a:rPr lang="fr-FR" sz="1500">
                <a:solidFill>
                  <a:srgbClr val="F4F1EA"/>
                </a:solidFill>
              </a:rPr>
              <a:t>Cette diapositive a été mise en forme par Claude, le contenu entièrement écrit par l'équipe.</a:t>
            </a:r>
          </a:p>
        </p:txBody>
      </p:sp>
      <p:sp>
        <p:nvSpPr>
          <p:cNvPr id="15" name="Text 13"/>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Organisation de l'équipe</a:t>
            </a:r>
            <a:endParaRPr lang="fr-FR" sz="1200" noProof="0"/>
          </a:p>
        </p:txBody>
      </p:sp>
      <p:sp>
        <p:nvSpPr>
          <p:cNvPr id="17" name="Text 13">
            <a:extLst>
              <a:ext uri="{FF2B5EF4-FFF2-40B4-BE49-F238E27FC236}">
                <a16:creationId xmlns:a16="http://schemas.microsoft.com/office/drawing/2014/main" id="{18820399-28A6-94C1-62E6-41BE43E803E7}"/>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n°5/19</a:t>
            </a:r>
          </a:p>
        </p:txBody>
      </p:sp>
      <p:sp>
        <p:nvSpPr>
          <p:cNvPr id="18" name="Text 2">
            <a:extLst>
              <a:ext uri="{FF2B5EF4-FFF2-40B4-BE49-F238E27FC236}">
                <a16:creationId xmlns:a16="http://schemas.microsoft.com/office/drawing/2014/main" id="{5986BE68-5385-D375-B637-C0E37A522175}"/>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Y</a:t>
            </a:r>
            <a:endParaRPr lang="fr-FR" sz="1800" noProof="0">
              <a:solidFill>
                <a:srgbClr val="C9D3D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68207"/>
          </a:xfrm>
          <a:prstGeom prst="rect">
            <a:avLst/>
          </a:prstGeom>
          <a:noFill/>
          <a:ln/>
        </p:spPr>
        <p:txBody>
          <a:bodyPr wrap="square" lIns="0" tIns="0" rIns="0" bIns="0" rtlCol="0" anchor="t">
            <a:normAutofit/>
          </a:bodyPr>
          <a:lstStyle/>
          <a:p>
            <a:pPr marL="0" indent="0" algn="l">
              <a:lnSpc>
                <a:spcPts val="3520"/>
              </a:lnSpc>
              <a:buNone/>
            </a:pPr>
            <a:r>
              <a:rPr lang="fr-FR" sz="3200" b="1" i="0" noProof="0">
                <a:solidFill>
                  <a:srgbClr val="17202A"/>
                </a:solidFill>
                <a:latin typeface="IBM Plex Sans" pitchFamily="34" charset="0"/>
                <a:ea typeface="IBM Plex Sans" pitchFamily="34" charset="-122"/>
                <a:cs typeface="IBM Plex Sans" pitchFamily="34" charset="-120"/>
              </a:rPr>
              <a:t>Tests et validation du simulateur</a:t>
            </a:r>
            <a:endParaRPr lang="fr-FR" sz="3200" noProof="0"/>
          </a:p>
        </p:txBody>
      </p:sp>
      <p:sp>
        <p:nvSpPr>
          <p:cNvPr id="3" name="Shape 1"/>
          <p:cNvSpPr/>
          <p:nvPr/>
        </p:nvSpPr>
        <p:spPr>
          <a:xfrm>
            <a:off x="812800" y="1458807"/>
            <a:ext cx="1879600" cy="4064000"/>
          </a:xfrm>
          <a:prstGeom prst="rect">
            <a:avLst/>
          </a:prstGeom>
          <a:solidFill>
            <a:srgbClr val="FFFFFF"/>
          </a:solidFill>
          <a:ln/>
        </p:spPr>
        <p:txBody>
          <a:bodyPr/>
          <a:lstStyle/>
          <a:p>
            <a:endParaRPr lang="fr-FR" noProof="0"/>
          </a:p>
        </p:txBody>
      </p:sp>
      <p:pic>
        <p:nvPicPr>
          <p:cNvPr id="4" name="Image 0" descr="Rapport de couverture de tests : 75,19 % au total, 72,79 % pour src"/>
          <p:cNvPicPr>
            <a:picLocks noChangeAspect="1"/>
          </p:cNvPicPr>
          <p:nvPr/>
        </p:nvPicPr>
        <p:blipFill>
          <a:blip r:embed="rId3"/>
          <a:srcRect t="-196" b="-196"/>
          <a:stretch/>
        </p:blipFill>
        <p:spPr>
          <a:xfrm>
            <a:off x="819150" y="1465157"/>
            <a:ext cx="1866900" cy="4051300"/>
          </a:xfrm>
          <a:prstGeom prst="rect">
            <a:avLst/>
          </a:prstGeom>
        </p:spPr>
      </p:pic>
      <p:sp>
        <p:nvSpPr>
          <p:cNvPr id="5" name="Shape 2"/>
          <p:cNvSpPr/>
          <p:nvPr/>
        </p:nvSpPr>
        <p:spPr>
          <a:xfrm>
            <a:off x="815975" y="1461982"/>
            <a:ext cx="1873250" cy="4057650"/>
          </a:xfrm>
          <a:prstGeom prst="rect">
            <a:avLst/>
          </a:prstGeom>
          <a:noFill/>
          <a:ln w="6350">
            <a:solidFill>
              <a:srgbClr val="DDD8CC"/>
            </a:solidFill>
            <a:prstDash val="solid"/>
          </a:ln>
        </p:spPr>
        <p:txBody>
          <a:bodyPr/>
          <a:lstStyle/>
          <a:p>
            <a:endParaRPr lang="fr-FR" noProof="0"/>
          </a:p>
        </p:txBody>
      </p:sp>
      <p:sp>
        <p:nvSpPr>
          <p:cNvPr id="6" name="Shape 3"/>
          <p:cNvSpPr/>
          <p:nvPr/>
        </p:nvSpPr>
        <p:spPr>
          <a:xfrm>
            <a:off x="3000375" y="1461982"/>
            <a:ext cx="8375650" cy="1548130"/>
          </a:xfrm>
          <a:prstGeom prst="roundRect">
            <a:avLst>
              <a:gd name="adj" fmla="val 6358"/>
            </a:avLst>
          </a:prstGeom>
          <a:solidFill>
            <a:srgbClr val="FFFFFF"/>
          </a:solidFill>
          <a:ln w="6350">
            <a:solidFill>
              <a:srgbClr val="DDD8CC"/>
            </a:solidFill>
            <a:prstDash val="solid"/>
          </a:ln>
        </p:spPr>
        <p:txBody>
          <a:bodyPr/>
          <a:lstStyle/>
          <a:p>
            <a:endParaRPr lang="fr-FR" noProof="0"/>
          </a:p>
        </p:txBody>
      </p:sp>
      <p:sp>
        <p:nvSpPr>
          <p:cNvPr id="7" name="Text 4"/>
          <p:cNvSpPr/>
          <p:nvPr/>
        </p:nvSpPr>
        <p:spPr>
          <a:xfrm>
            <a:off x="3205480" y="1667086"/>
            <a:ext cx="8204403"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Testabilité</a:t>
            </a:r>
            <a:endParaRPr lang="fr-FR" sz="1800" noProof="0"/>
          </a:p>
        </p:txBody>
      </p:sp>
      <p:sp>
        <p:nvSpPr>
          <p:cNvPr id="8" name="Text 5"/>
          <p:cNvSpPr/>
          <p:nvPr/>
        </p:nvSpPr>
        <p:spPr>
          <a:xfrm>
            <a:off x="3276600" y="2004907"/>
            <a:ext cx="8125663" cy="825500"/>
          </a:xfrm>
          <a:prstGeom prst="rect">
            <a:avLst/>
          </a:prstGeom>
          <a:noFill/>
          <a:ln/>
        </p:spPr>
        <p:txBody>
          <a:bodyPr wrap="square" lIns="0" tIns="0" rIns="0" bIns="0" rtlCol="0" anchor="t">
            <a:normAutofit/>
          </a:bodyPr>
          <a:lstStyle/>
          <a:p>
            <a:pPr marL="182880" indent="-182880" algn="l">
              <a:lnSpc>
                <a:spcPts val="2100"/>
              </a:lnSpc>
              <a:buSzPct val="100000"/>
              <a:buChar char="•"/>
            </a:pPr>
            <a:r>
              <a:rPr lang="fr-FR" sz="1500" noProof="0">
                <a:solidFill>
                  <a:srgbClr val="17202A"/>
                </a:solidFill>
                <a:latin typeface="IBM Plex Sans" pitchFamily="34" charset="0"/>
                <a:ea typeface="IBM Plex Sans" pitchFamily="34" charset="-122"/>
                <a:cs typeface="IBM Plex Sans" pitchFamily="34" charset="-120"/>
              </a:rPr>
              <a:t>Scripts </a:t>
            </a:r>
            <a:r>
              <a:rPr lang="fr-FR" sz="1500" noProof="0" err="1">
                <a:solidFill>
                  <a:srgbClr val="17202A"/>
                </a:solidFill>
                <a:latin typeface="IBM Plex Sans" pitchFamily="34" charset="0"/>
                <a:ea typeface="IBM Plex Sans" pitchFamily="34" charset="-122"/>
                <a:cs typeface="IBM Plex Sans" pitchFamily="34" charset="-120"/>
              </a:rPr>
              <a:t>bash</a:t>
            </a:r>
            <a:r>
              <a:rPr lang="fr-FR" sz="1500" noProof="0">
                <a:solidFill>
                  <a:srgbClr val="17202A"/>
                </a:solidFill>
                <a:latin typeface="IBM Plex Sans" pitchFamily="34" charset="0"/>
                <a:ea typeface="IBM Plex Sans" pitchFamily="34" charset="-122"/>
                <a:cs typeface="IBM Plex Sans" pitchFamily="34" charset="-120"/>
              </a:rPr>
              <a:t> : tester la commande ./simulateur et ses options</a:t>
            </a:r>
            <a:endParaRPr lang="fr-FR" sz="1500" noProof="0"/>
          </a:p>
          <a:p>
            <a:pPr marL="182880" indent="-182880" algn="l">
              <a:lnSpc>
                <a:spcPts val="2100"/>
              </a:lnSpc>
              <a:buSzPct val="100000"/>
              <a:buChar char="•"/>
            </a:pPr>
            <a:r>
              <a:rPr lang="fr-FR" sz="1500" noProof="0">
                <a:solidFill>
                  <a:srgbClr val="17202A"/>
                </a:solidFill>
                <a:latin typeface="IBM Plex Sans" pitchFamily="34" charset="0"/>
                <a:ea typeface="IBM Plex Sans" pitchFamily="34" charset="-122"/>
                <a:cs typeface="IBM Plex Sans" pitchFamily="34" charset="-120"/>
              </a:rPr>
              <a:t>Tests Java spécifiques pour valider chaque itération</a:t>
            </a:r>
            <a:endParaRPr lang="fr-FR" sz="1500" noProof="0"/>
          </a:p>
          <a:p>
            <a:pPr marL="182880" indent="-182880" algn="l">
              <a:lnSpc>
                <a:spcPts val="2100"/>
              </a:lnSpc>
              <a:buSzPct val="100000"/>
              <a:buChar char="•"/>
            </a:pPr>
            <a:r>
              <a:rPr lang="fr-FR" sz="1500" noProof="0">
                <a:solidFill>
                  <a:srgbClr val="17202A"/>
                </a:solidFill>
                <a:latin typeface="IBM Plex Sans" pitchFamily="34" charset="0"/>
                <a:ea typeface="IBM Plex Sans" pitchFamily="34" charset="-122"/>
                <a:cs typeface="IBM Plex Sans" pitchFamily="34" charset="-120"/>
              </a:rPr>
              <a:t>Tests unitaires de non-régression (outils VS Code, type JUnit)</a:t>
            </a:r>
            <a:endParaRPr lang="fr-FR" sz="1500" noProof="0"/>
          </a:p>
        </p:txBody>
      </p:sp>
      <p:sp>
        <p:nvSpPr>
          <p:cNvPr id="9" name="Shape 6"/>
          <p:cNvSpPr/>
          <p:nvPr/>
        </p:nvSpPr>
        <p:spPr>
          <a:xfrm>
            <a:off x="3000375" y="3168861"/>
            <a:ext cx="8375650" cy="1281430"/>
          </a:xfrm>
          <a:prstGeom prst="roundRect">
            <a:avLst>
              <a:gd name="adj" fmla="val 7681"/>
            </a:avLst>
          </a:prstGeom>
          <a:solidFill>
            <a:srgbClr val="FFFFFF"/>
          </a:solidFill>
          <a:ln w="6350">
            <a:solidFill>
              <a:srgbClr val="DDD8CC"/>
            </a:solidFill>
            <a:prstDash val="solid"/>
          </a:ln>
        </p:spPr>
        <p:txBody>
          <a:bodyPr/>
          <a:lstStyle/>
          <a:p>
            <a:endParaRPr lang="fr-FR" noProof="0"/>
          </a:p>
        </p:txBody>
      </p:sp>
      <p:sp>
        <p:nvSpPr>
          <p:cNvPr id="10" name="Text 7"/>
          <p:cNvSpPr/>
          <p:nvPr/>
        </p:nvSpPr>
        <p:spPr>
          <a:xfrm>
            <a:off x="3205480" y="3373968"/>
            <a:ext cx="8204403"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Couverture : 75 %</a:t>
            </a:r>
            <a:endParaRPr lang="fr-FR" sz="1800" noProof="0"/>
          </a:p>
        </p:txBody>
      </p:sp>
      <p:sp>
        <p:nvSpPr>
          <p:cNvPr id="11" name="Text 8"/>
          <p:cNvSpPr/>
          <p:nvPr/>
        </p:nvSpPr>
        <p:spPr>
          <a:xfrm>
            <a:off x="3205480" y="3711786"/>
            <a:ext cx="8204403" cy="5588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17202A"/>
                </a:solidFill>
                <a:latin typeface="IBM Plex Sans" pitchFamily="34" charset="0"/>
                <a:ea typeface="IBM Plex Sans" pitchFamily="34" charset="-122"/>
                <a:cs typeface="IBM Plex Sans" pitchFamily="34" charset="-120"/>
              </a:rPr>
              <a:t>Élevée sur le cœur de la chaîne (sources, émetteur, récepteur, codage), sans chercher 100 % artificiellement. Les classes d'affichage et de tracé sont les moins couvertes.</a:t>
            </a:r>
            <a:endParaRPr lang="fr-FR" sz="1500" noProof="0"/>
          </a:p>
        </p:txBody>
      </p:sp>
      <p:sp>
        <p:nvSpPr>
          <p:cNvPr id="12" name="Shape 9"/>
          <p:cNvSpPr/>
          <p:nvPr/>
        </p:nvSpPr>
        <p:spPr>
          <a:xfrm>
            <a:off x="2997200" y="4605868"/>
            <a:ext cx="8382000" cy="1277620"/>
          </a:xfrm>
          <a:prstGeom prst="roundRect">
            <a:avLst>
              <a:gd name="adj" fmla="val 7952"/>
            </a:avLst>
          </a:prstGeom>
          <a:solidFill>
            <a:srgbClr val="14202E"/>
          </a:solidFill>
          <a:ln/>
        </p:spPr>
        <p:txBody>
          <a:bodyPr/>
          <a:lstStyle/>
          <a:p>
            <a:endParaRPr lang="fr-FR" noProof="0"/>
          </a:p>
        </p:txBody>
      </p:sp>
      <p:sp>
        <p:nvSpPr>
          <p:cNvPr id="13" name="Text 10"/>
          <p:cNvSpPr/>
          <p:nvPr/>
        </p:nvSpPr>
        <p:spPr>
          <a:xfrm>
            <a:off x="3200400" y="4809068"/>
            <a:ext cx="8214868"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F0A24A"/>
                </a:solidFill>
                <a:latin typeface="IBM Plex Sans" pitchFamily="34" charset="0"/>
                <a:ea typeface="IBM Plex Sans" pitchFamily="34" charset="-122"/>
                <a:cs typeface="IBM Plex Sans" pitchFamily="34" charset="-120"/>
              </a:rPr>
              <a:t>Réalisme du simulateur</a:t>
            </a:r>
            <a:endParaRPr lang="fr-FR" sz="1800" noProof="0"/>
          </a:p>
        </p:txBody>
      </p:sp>
      <p:sp>
        <p:nvSpPr>
          <p:cNvPr id="14" name="Text 11"/>
          <p:cNvSpPr/>
          <p:nvPr/>
        </p:nvSpPr>
        <p:spPr>
          <a:xfrm>
            <a:off x="3200400" y="5146886"/>
            <a:ext cx="8214868" cy="5588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F4F1EA"/>
                </a:solidFill>
                <a:latin typeface="IBM Plex Sans" pitchFamily="34" charset="0"/>
                <a:ea typeface="IBM Plex Sans" pitchFamily="34" charset="-122"/>
                <a:cs typeface="IBM Plex Sans" pitchFamily="34" charset="-120"/>
              </a:rPr>
              <a:t>Les TEB simulés correspondent aux résultats théoriques.</a:t>
            </a:r>
          </a:p>
          <a:p>
            <a:pPr marL="0" indent="0" algn="l">
              <a:lnSpc>
                <a:spcPts val="2100"/>
              </a:lnSpc>
              <a:buNone/>
            </a:pPr>
            <a:r>
              <a:rPr lang="fr-FR" sz="1500">
                <a:solidFill>
                  <a:srgbClr val="F4F1EA"/>
                </a:solidFill>
                <a:latin typeface="IBM Plex Sans" pitchFamily="34" charset="0"/>
              </a:rPr>
              <a:t>Amélioration du simulateur au cours des itérations selon les retours des enseignants.</a:t>
            </a:r>
            <a:endParaRPr lang="fr-FR" sz="1500" noProof="0"/>
          </a:p>
        </p:txBody>
      </p:sp>
      <p:sp>
        <p:nvSpPr>
          <p:cNvPr id="15" name="Text 12"/>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Organisation de l'équipe</a:t>
            </a:r>
            <a:endParaRPr lang="fr-FR" sz="1200" noProof="0"/>
          </a:p>
        </p:txBody>
      </p:sp>
      <p:sp>
        <p:nvSpPr>
          <p:cNvPr id="17" name="Text 13">
            <a:extLst>
              <a:ext uri="{FF2B5EF4-FFF2-40B4-BE49-F238E27FC236}">
                <a16:creationId xmlns:a16="http://schemas.microsoft.com/office/drawing/2014/main" id="{66C50558-6F6B-DADF-64DC-82DC6C44DF53}"/>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n°6/19</a:t>
            </a:r>
          </a:p>
        </p:txBody>
      </p:sp>
      <p:sp>
        <p:nvSpPr>
          <p:cNvPr id="18" name="Text 2">
            <a:extLst>
              <a:ext uri="{FF2B5EF4-FFF2-40B4-BE49-F238E27FC236}">
                <a16:creationId xmlns:a16="http://schemas.microsoft.com/office/drawing/2014/main" id="{FEA55F2B-E072-A611-060B-69F4D8D82871}"/>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Y</a:t>
            </a:r>
            <a:endParaRPr lang="fr-FR" sz="1800" noProof="0">
              <a:solidFill>
                <a:srgbClr val="C9D3D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fr-FR" sz="3200" b="1" i="0" noProof="0">
                <a:solidFill>
                  <a:srgbClr val="17202A"/>
                </a:solidFill>
                <a:latin typeface="IBM Plex Sans" pitchFamily="34" charset="0"/>
                <a:ea typeface="IBM Plex Sans" pitchFamily="34" charset="-122"/>
                <a:cs typeface="IBM Plex Sans" pitchFamily="34" charset="-120"/>
              </a:rPr>
              <a:t>Produit développé : capacités</a:t>
            </a:r>
            <a:endParaRPr lang="fr-FR" sz="3200" noProof="0"/>
          </a:p>
        </p:txBody>
      </p:sp>
      <p:sp>
        <p:nvSpPr>
          <p:cNvPr id="3" name="Shape 1"/>
          <p:cNvSpPr/>
          <p:nvPr/>
        </p:nvSpPr>
        <p:spPr>
          <a:xfrm>
            <a:off x="815975" y="1517014"/>
            <a:ext cx="3380317" cy="1344930"/>
          </a:xfrm>
          <a:prstGeom prst="roundRect">
            <a:avLst>
              <a:gd name="adj" fmla="val 7318"/>
            </a:avLst>
          </a:prstGeom>
          <a:solidFill>
            <a:srgbClr val="FFFFFF"/>
          </a:solidFill>
          <a:ln w="6350">
            <a:solidFill>
              <a:srgbClr val="DDD8CC"/>
            </a:solidFill>
            <a:prstDash val="solid"/>
          </a:ln>
        </p:spPr>
        <p:txBody>
          <a:bodyPr/>
          <a:lstStyle/>
          <a:p>
            <a:endParaRPr lang="fr-FR" noProof="0"/>
          </a:p>
        </p:txBody>
      </p:sp>
      <p:sp>
        <p:nvSpPr>
          <p:cNvPr id="4" name="Text 2"/>
          <p:cNvSpPr/>
          <p:nvPr/>
        </p:nvSpPr>
        <p:spPr>
          <a:xfrm>
            <a:off x="1046480" y="1747521"/>
            <a:ext cx="3006886"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Formes d'onde</a:t>
            </a:r>
            <a:endParaRPr lang="fr-FR" sz="1800" noProof="0"/>
          </a:p>
        </p:txBody>
      </p:sp>
      <p:sp>
        <p:nvSpPr>
          <p:cNvPr id="5" name="Text 3"/>
          <p:cNvSpPr/>
          <p:nvPr/>
        </p:nvSpPr>
        <p:spPr>
          <a:xfrm>
            <a:off x="1046480" y="2098039"/>
            <a:ext cx="3006886" cy="5588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17202A"/>
                </a:solidFill>
                <a:latin typeface="IBM Plex Sans" pitchFamily="34" charset="0"/>
                <a:ea typeface="IBM Plex Sans" pitchFamily="34" charset="-122"/>
                <a:cs typeface="IBM Plex Sans" pitchFamily="34" charset="-120"/>
              </a:rPr>
              <a:t>RZ, NRZ et NRZT, avec amplitudes au choix.</a:t>
            </a:r>
            <a:endParaRPr lang="fr-FR" sz="1500" noProof="0"/>
          </a:p>
        </p:txBody>
      </p:sp>
      <p:sp>
        <p:nvSpPr>
          <p:cNvPr id="6" name="Shape 4"/>
          <p:cNvSpPr/>
          <p:nvPr/>
        </p:nvSpPr>
        <p:spPr>
          <a:xfrm>
            <a:off x="4405842" y="1517014"/>
            <a:ext cx="3380317" cy="1344930"/>
          </a:xfrm>
          <a:prstGeom prst="roundRect">
            <a:avLst>
              <a:gd name="adj" fmla="val 7318"/>
            </a:avLst>
          </a:prstGeom>
          <a:solidFill>
            <a:srgbClr val="FFFFFF"/>
          </a:solidFill>
          <a:ln w="6350">
            <a:solidFill>
              <a:srgbClr val="DDD8CC"/>
            </a:solidFill>
            <a:prstDash val="solid"/>
          </a:ln>
        </p:spPr>
        <p:txBody>
          <a:bodyPr/>
          <a:lstStyle/>
          <a:p>
            <a:endParaRPr lang="fr-FR" noProof="0"/>
          </a:p>
        </p:txBody>
      </p:sp>
      <p:sp>
        <p:nvSpPr>
          <p:cNvPr id="7" name="Text 5"/>
          <p:cNvSpPr/>
          <p:nvPr/>
        </p:nvSpPr>
        <p:spPr>
          <a:xfrm>
            <a:off x="4636346" y="1747521"/>
            <a:ext cx="3006886"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Canal</a:t>
            </a:r>
            <a:endParaRPr lang="fr-FR" sz="1800" noProof="0"/>
          </a:p>
        </p:txBody>
      </p:sp>
      <p:sp>
        <p:nvSpPr>
          <p:cNvPr id="8" name="Text 6"/>
          <p:cNvSpPr/>
          <p:nvPr/>
        </p:nvSpPr>
        <p:spPr>
          <a:xfrm>
            <a:off x="4636346" y="2098039"/>
            <a:ext cx="3006886" cy="5588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17202A"/>
                </a:solidFill>
                <a:latin typeface="IBM Plex Sans" pitchFamily="34" charset="0"/>
                <a:ea typeface="IBM Plex Sans" pitchFamily="34" charset="-122"/>
                <a:cs typeface="IBM Plex Sans" pitchFamily="34" charset="-120"/>
              </a:rPr>
              <a:t>Bruit blanc gaussien et jusqu'à 5 trajets multiples.</a:t>
            </a:r>
            <a:endParaRPr lang="fr-FR" sz="1500" noProof="0"/>
          </a:p>
        </p:txBody>
      </p:sp>
      <p:sp>
        <p:nvSpPr>
          <p:cNvPr id="9" name="Shape 7"/>
          <p:cNvSpPr/>
          <p:nvPr/>
        </p:nvSpPr>
        <p:spPr>
          <a:xfrm>
            <a:off x="7995708" y="1517014"/>
            <a:ext cx="3380317" cy="1344930"/>
          </a:xfrm>
          <a:prstGeom prst="roundRect">
            <a:avLst>
              <a:gd name="adj" fmla="val 7318"/>
            </a:avLst>
          </a:prstGeom>
          <a:solidFill>
            <a:srgbClr val="FFFFFF"/>
          </a:solidFill>
          <a:ln w="6350">
            <a:solidFill>
              <a:srgbClr val="DDD8CC"/>
            </a:solidFill>
            <a:prstDash val="solid"/>
          </a:ln>
        </p:spPr>
        <p:txBody>
          <a:bodyPr/>
          <a:lstStyle/>
          <a:p>
            <a:endParaRPr lang="fr-FR" noProof="0"/>
          </a:p>
        </p:txBody>
      </p:sp>
      <p:sp>
        <p:nvSpPr>
          <p:cNvPr id="10" name="Text 8"/>
          <p:cNvSpPr/>
          <p:nvPr/>
        </p:nvSpPr>
        <p:spPr>
          <a:xfrm>
            <a:off x="8226213" y="1747521"/>
            <a:ext cx="3006886"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Codage canal</a:t>
            </a:r>
            <a:endParaRPr lang="fr-FR" sz="1800" noProof="0"/>
          </a:p>
        </p:txBody>
      </p:sp>
      <p:sp>
        <p:nvSpPr>
          <p:cNvPr id="11" name="Text 9"/>
          <p:cNvSpPr/>
          <p:nvPr/>
        </p:nvSpPr>
        <p:spPr>
          <a:xfrm>
            <a:off x="8226213" y="2098039"/>
            <a:ext cx="3006886" cy="5588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17202A"/>
                </a:solidFill>
                <a:latin typeface="IBM Plex Sans" pitchFamily="34" charset="0"/>
                <a:ea typeface="IBM Plex Sans" pitchFamily="34" charset="-122"/>
                <a:cs typeface="IBM Plex Sans" pitchFamily="34" charset="-120"/>
              </a:rPr>
              <a:t>Code correcteur d'erreurs pour améliorer la transmission.</a:t>
            </a:r>
            <a:endParaRPr lang="fr-FR" sz="1500" noProof="0"/>
          </a:p>
        </p:txBody>
      </p:sp>
      <p:sp>
        <p:nvSpPr>
          <p:cNvPr id="12" name="Shape 10"/>
          <p:cNvSpPr/>
          <p:nvPr/>
        </p:nvSpPr>
        <p:spPr>
          <a:xfrm>
            <a:off x="812800" y="3119121"/>
            <a:ext cx="5181600" cy="1607820"/>
          </a:xfrm>
          <a:prstGeom prst="roundRect">
            <a:avLst>
              <a:gd name="adj" fmla="val 6319"/>
            </a:avLst>
          </a:prstGeom>
          <a:solidFill>
            <a:srgbClr val="14202E"/>
          </a:solidFill>
          <a:ln/>
        </p:spPr>
        <p:txBody>
          <a:bodyPr/>
          <a:lstStyle/>
          <a:p>
            <a:endParaRPr lang="fr-FR" noProof="0"/>
          </a:p>
        </p:txBody>
      </p:sp>
      <p:sp>
        <p:nvSpPr>
          <p:cNvPr id="13" name="Text 11"/>
          <p:cNvSpPr/>
          <p:nvPr/>
        </p:nvSpPr>
        <p:spPr>
          <a:xfrm>
            <a:off x="1041400" y="3347721"/>
            <a:ext cx="4866132"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F0A24A"/>
                </a:solidFill>
                <a:latin typeface="IBM Plex Sans" pitchFamily="34" charset="0"/>
                <a:ea typeface="IBM Plex Sans" pitchFamily="34" charset="-122"/>
                <a:cs typeface="IBM Plex Sans" pitchFamily="34" charset="-120"/>
              </a:rPr>
              <a:t>Réception</a:t>
            </a:r>
            <a:endParaRPr lang="fr-FR" sz="1800" noProof="0"/>
          </a:p>
        </p:txBody>
      </p:sp>
      <mc:AlternateContent xmlns:mc="http://schemas.openxmlformats.org/markup-compatibility/2006" xmlns:a14="http://schemas.microsoft.com/office/drawing/2010/main">
        <mc:Choice Requires="a14">
          <p:sp>
            <p:nvSpPr>
              <p:cNvPr id="14" name="Text 12"/>
              <p:cNvSpPr/>
              <p:nvPr/>
            </p:nvSpPr>
            <p:spPr>
              <a:xfrm>
                <a:off x="1041400" y="3698239"/>
                <a:ext cx="4866132" cy="8255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F4F1EA"/>
                    </a:solidFill>
                    <a:latin typeface="IBM Plex Sans" pitchFamily="34" charset="0"/>
                    <a:ea typeface="IBM Plex Sans" pitchFamily="34" charset="-122"/>
                    <a:cs typeface="IBM Plex Sans" pitchFamily="34" charset="-120"/>
                  </a:rPr>
                  <a:t>Moyenne du signal sur la durée du bit, comparée à un seuil : 1 au-dessus, 0 sinon.</a:t>
                </a:r>
              </a:p>
              <a:p>
                <a:pPr marL="0" indent="0" algn="l">
                  <a:lnSpc>
                    <a:spcPts val="2100"/>
                  </a:lnSpc>
                  <a:buNone/>
                </a:pPr>
                <a:r>
                  <a:rPr lang="fr-FR" sz="1500">
                    <a:solidFill>
                      <a:srgbClr val="F4F1EA"/>
                    </a:solidFill>
                    <a:latin typeface="IBM Plex Sans" pitchFamily="34" charset="0"/>
                  </a:rPr>
                  <a:t>Seuil défini en divisant par deux </a:t>
                </a:r>
                <a14:m>
                  <m:oMath xmlns:m="http://schemas.openxmlformats.org/officeDocument/2006/math">
                    <m:sSub>
                      <m:sSubPr>
                        <m:ctrlPr>
                          <a:rPr lang="fr-FR" sz="1500" b="0" i="1" smtClean="0">
                            <a:solidFill>
                              <a:srgbClr val="F4F1EA"/>
                            </a:solidFill>
                            <a:latin typeface="Cambria Math" panose="02040503050406030204" pitchFamily="18" charset="0"/>
                          </a:rPr>
                        </m:ctrlPr>
                      </m:sSubPr>
                      <m:e>
                        <m:r>
                          <a:rPr lang="fr-FR" sz="1500" b="0" i="1" smtClean="0">
                            <a:solidFill>
                              <a:srgbClr val="F4F1EA"/>
                            </a:solidFill>
                            <a:latin typeface="Cambria Math" panose="02040503050406030204" pitchFamily="18" charset="0"/>
                          </a:rPr>
                          <m:t>𝑣</m:t>
                        </m:r>
                      </m:e>
                      <m:sub>
                        <m:r>
                          <a:rPr lang="fr-FR" sz="1500" b="0" i="1" smtClean="0">
                            <a:solidFill>
                              <a:srgbClr val="F4F1EA"/>
                            </a:solidFill>
                            <a:latin typeface="Cambria Math" panose="02040503050406030204" pitchFamily="18" charset="0"/>
                          </a:rPr>
                          <m:t>𝑚𝑎𝑥</m:t>
                        </m:r>
                      </m:sub>
                    </m:sSub>
                    <m:r>
                      <a:rPr lang="fr-FR" sz="1500" b="0" i="1" smtClean="0">
                        <a:solidFill>
                          <a:srgbClr val="F4F1EA"/>
                        </a:solidFill>
                        <a:latin typeface="Cambria Math" panose="02040503050406030204" pitchFamily="18" charset="0"/>
                      </a:rPr>
                      <m:t>−</m:t>
                    </m:r>
                    <m:sSub>
                      <m:sSubPr>
                        <m:ctrlPr>
                          <a:rPr lang="fr-FR" sz="1500" b="0" i="1" smtClean="0">
                            <a:solidFill>
                              <a:srgbClr val="F4F1EA"/>
                            </a:solidFill>
                            <a:latin typeface="Cambria Math" panose="02040503050406030204" pitchFamily="18" charset="0"/>
                          </a:rPr>
                        </m:ctrlPr>
                      </m:sSubPr>
                      <m:e>
                        <m:r>
                          <a:rPr lang="fr-FR" sz="1500" b="0" i="1" smtClean="0">
                            <a:solidFill>
                              <a:srgbClr val="F4F1EA"/>
                            </a:solidFill>
                            <a:latin typeface="Cambria Math" panose="02040503050406030204" pitchFamily="18" charset="0"/>
                          </a:rPr>
                          <m:t>𝑣</m:t>
                        </m:r>
                      </m:e>
                      <m:sub>
                        <m:r>
                          <a:rPr lang="fr-FR" sz="1500" b="0" i="1" smtClean="0">
                            <a:solidFill>
                              <a:srgbClr val="F4F1EA"/>
                            </a:solidFill>
                            <a:latin typeface="Cambria Math" panose="02040503050406030204" pitchFamily="18" charset="0"/>
                          </a:rPr>
                          <m:t>𝑚𝑖𝑛</m:t>
                        </m:r>
                      </m:sub>
                    </m:sSub>
                    <m:r>
                      <a:rPr lang="fr-FR" sz="1500" b="0" i="0" smtClean="0">
                        <a:solidFill>
                          <a:srgbClr val="F4F1EA"/>
                        </a:solidFill>
                        <a:latin typeface="Cambria Math" panose="02040503050406030204" pitchFamily="18" charset="0"/>
                      </a:rPr>
                      <m:t>.</m:t>
                    </m:r>
                  </m:oMath>
                </a14:m>
                <a:endParaRPr lang="fr-FR" sz="1500" noProof="0"/>
              </a:p>
            </p:txBody>
          </p:sp>
        </mc:Choice>
        <mc:Fallback xmlns="">
          <p:sp>
            <p:nvSpPr>
              <p:cNvPr id="14" name="Text 12"/>
              <p:cNvSpPr>
                <a:spLocks noRot="1" noChangeAspect="1" noMove="1" noResize="1" noEditPoints="1" noAdjustHandles="1" noChangeArrowheads="1" noChangeShapeType="1" noTextEdit="1"/>
              </p:cNvSpPr>
              <p:nvPr/>
            </p:nvSpPr>
            <p:spPr>
              <a:xfrm>
                <a:off x="1041400" y="3698239"/>
                <a:ext cx="4866132" cy="825500"/>
              </a:xfrm>
              <a:prstGeom prst="rect">
                <a:avLst/>
              </a:prstGeom>
              <a:blipFill>
                <a:blip r:embed="rId3"/>
                <a:stretch>
                  <a:fillRect l="-2381" t="-4444" r="-1880" b="-8889"/>
                </a:stretch>
              </a:blipFill>
              <a:ln/>
            </p:spPr>
            <p:txBody>
              <a:bodyPr/>
              <a:lstStyle/>
              <a:p>
                <a:r>
                  <a:rPr lang="en-US">
                    <a:noFill/>
                  </a:rPr>
                  <a:t> </a:t>
                </a:r>
              </a:p>
            </p:txBody>
          </p:sp>
        </mc:Fallback>
      </mc:AlternateContent>
      <p:sp>
        <p:nvSpPr>
          <p:cNvPr id="15" name="Shape 13"/>
          <p:cNvSpPr/>
          <p:nvPr/>
        </p:nvSpPr>
        <p:spPr>
          <a:xfrm>
            <a:off x="6197600" y="3119121"/>
            <a:ext cx="5181600" cy="1607820"/>
          </a:xfrm>
          <a:prstGeom prst="roundRect">
            <a:avLst>
              <a:gd name="adj" fmla="val 6319"/>
            </a:avLst>
          </a:prstGeom>
          <a:solidFill>
            <a:srgbClr val="14202E"/>
          </a:solidFill>
          <a:ln/>
        </p:spPr>
        <p:txBody>
          <a:bodyPr/>
          <a:lstStyle/>
          <a:p>
            <a:endParaRPr lang="fr-FR" noProof="0"/>
          </a:p>
        </p:txBody>
      </p:sp>
      <p:sp>
        <p:nvSpPr>
          <p:cNvPr id="16" name="Text 14"/>
          <p:cNvSpPr/>
          <p:nvPr/>
        </p:nvSpPr>
        <p:spPr>
          <a:xfrm>
            <a:off x="6426200" y="3347721"/>
            <a:ext cx="4866132"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F0A24A"/>
                </a:solidFill>
                <a:latin typeface="IBM Plex Sans" pitchFamily="34" charset="0"/>
                <a:ea typeface="IBM Plex Sans" pitchFamily="34" charset="-122"/>
                <a:cs typeface="IBM Plex Sans" pitchFamily="34" charset="-120"/>
              </a:rPr>
              <a:t>Performances</a:t>
            </a:r>
            <a:endParaRPr lang="fr-FR" sz="1800" noProof="0"/>
          </a:p>
        </p:txBody>
      </p:sp>
      <p:sp>
        <p:nvSpPr>
          <p:cNvPr id="17" name="Text 15"/>
          <p:cNvSpPr/>
          <p:nvPr/>
        </p:nvSpPr>
        <p:spPr>
          <a:xfrm>
            <a:off x="6426200" y="3698239"/>
            <a:ext cx="4866132" cy="8255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F4F1EA"/>
                </a:solidFill>
                <a:latin typeface="IBM Plex Sans" pitchFamily="34" charset="0"/>
                <a:ea typeface="IBM Plex Sans" pitchFamily="34" charset="-122"/>
                <a:cs typeface="IBM Plex Sans" pitchFamily="34" charset="-120"/>
              </a:rPr>
              <a:t>Optimisé pour de grosses simulations : quelques dizaines de secondes au plus pour 10 000 à 100 000 bits.</a:t>
            </a:r>
            <a:endParaRPr lang="fr-FR" sz="1500" noProof="0"/>
          </a:p>
        </p:txBody>
      </p:sp>
      <p:sp>
        <p:nvSpPr>
          <p:cNvPr id="18" name="Text 16"/>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Produit développé</a:t>
            </a:r>
            <a:endParaRPr lang="fr-FR" sz="1200" noProof="0"/>
          </a:p>
        </p:txBody>
      </p:sp>
      <p:sp>
        <p:nvSpPr>
          <p:cNvPr id="20" name="Text 13">
            <a:extLst>
              <a:ext uri="{FF2B5EF4-FFF2-40B4-BE49-F238E27FC236}">
                <a16:creationId xmlns:a16="http://schemas.microsoft.com/office/drawing/2014/main" id="{6CA2941A-C0D0-84DD-446C-5E64E855E925}"/>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n°7/19</a:t>
            </a:r>
          </a:p>
        </p:txBody>
      </p:sp>
      <p:sp>
        <p:nvSpPr>
          <p:cNvPr id="21" name="Text 2">
            <a:extLst>
              <a:ext uri="{FF2B5EF4-FFF2-40B4-BE49-F238E27FC236}">
                <a16:creationId xmlns:a16="http://schemas.microsoft.com/office/drawing/2014/main" id="{19F7BE43-D160-2CF5-A415-DDA87623C4F1}"/>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E</a:t>
            </a:r>
            <a:endParaRPr lang="fr-FR" sz="1800" noProof="0">
              <a:solidFill>
                <a:srgbClr val="C9D3D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fr-FR" sz="3200" b="1" i="0" noProof="0">
                <a:solidFill>
                  <a:srgbClr val="17202A"/>
                </a:solidFill>
                <a:latin typeface="IBM Plex Sans" pitchFamily="34" charset="0"/>
                <a:ea typeface="IBM Plex Sans" pitchFamily="34" charset="-122"/>
                <a:cs typeface="IBM Plex Sans" pitchFamily="34" charset="-120"/>
              </a:rPr>
              <a:t>Transmission non bruitée</a:t>
            </a:r>
            <a:endParaRPr lang="fr-FR" sz="3200" noProof="0"/>
          </a:p>
        </p:txBody>
      </p:sp>
      <p:sp>
        <p:nvSpPr>
          <p:cNvPr id="3" name="Shape 1"/>
          <p:cNvSpPr/>
          <p:nvPr/>
        </p:nvSpPr>
        <p:spPr>
          <a:xfrm>
            <a:off x="812800" y="1463039"/>
            <a:ext cx="5607050" cy="3810000"/>
          </a:xfrm>
          <a:prstGeom prst="rect">
            <a:avLst/>
          </a:prstGeom>
          <a:solidFill>
            <a:srgbClr val="FFFFFF"/>
          </a:solidFill>
          <a:ln/>
        </p:spPr>
        <p:txBody>
          <a:bodyPr/>
          <a:lstStyle/>
          <a:p>
            <a:endParaRPr lang="fr-FR" noProof="0"/>
          </a:p>
        </p:txBody>
      </p:sp>
      <p:pic>
        <p:nvPicPr>
          <p:cNvPr id="4" name="Image 0" descr="Signaux source, émetteur, transmetteur et récepteur : le signal reçu est identique à la source"/>
          <p:cNvPicPr>
            <a:picLocks noChangeAspect="1"/>
          </p:cNvPicPr>
          <p:nvPr/>
        </p:nvPicPr>
        <p:blipFill>
          <a:blip r:embed="rId3"/>
          <a:srcRect l="-44" r="-44"/>
          <a:stretch/>
        </p:blipFill>
        <p:spPr>
          <a:xfrm>
            <a:off x="819150" y="1469389"/>
            <a:ext cx="5594350" cy="3797300"/>
          </a:xfrm>
          <a:prstGeom prst="rect">
            <a:avLst/>
          </a:prstGeom>
        </p:spPr>
      </p:pic>
      <p:sp>
        <p:nvSpPr>
          <p:cNvPr id="5" name="Shape 2"/>
          <p:cNvSpPr/>
          <p:nvPr/>
        </p:nvSpPr>
        <p:spPr>
          <a:xfrm>
            <a:off x="815975" y="1466214"/>
            <a:ext cx="5600700" cy="3803650"/>
          </a:xfrm>
          <a:prstGeom prst="rect">
            <a:avLst/>
          </a:prstGeom>
          <a:noFill/>
          <a:ln w="6350">
            <a:solidFill>
              <a:srgbClr val="DDD8CC"/>
            </a:solidFill>
            <a:prstDash val="solid"/>
          </a:ln>
        </p:spPr>
        <p:txBody>
          <a:bodyPr/>
          <a:lstStyle/>
          <a:p>
            <a:endParaRPr lang="fr-FR" noProof="0"/>
          </a:p>
        </p:txBody>
      </p:sp>
      <p:sp>
        <p:nvSpPr>
          <p:cNvPr id="6" name="Shape 3"/>
          <p:cNvSpPr/>
          <p:nvPr/>
        </p:nvSpPr>
        <p:spPr>
          <a:xfrm>
            <a:off x="6727825" y="1466214"/>
            <a:ext cx="4648200" cy="1743710"/>
          </a:xfrm>
          <a:prstGeom prst="roundRect">
            <a:avLst>
              <a:gd name="adj" fmla="val 5645"/>
            </a:avLst>
          </a:prstGeom>
          <a:solidFill>
            <a:srgbClr val="FFFFFF"/>
          </a:solidFill>
          <a:ln w="6350">
            <a:solidFill>
              <a:srgbClr val="DDD8CC"/>
            </a:solidFill>
            <a:prstDash val="solid"/>
          </a:ln>
        </p:spPr>
        <p:txBody>
          <a:bodyPr/>
          <a:lstStyle/>
          <a:p>
            <a:endParaRPr lang="fr-FR" noProof="0"/>
          </a:p>
        </p:txBody>
      </p:sp>
      <p:sp>
        <p:nvSpPr>
          <p:cNvPr id="7" name="Text 4"/>
          <p:cNvSpPr/>
          <p:nvPr/>
        </p:nvSpPr>
        <p:spPr>
          <a:xfrm>
            <a:off x="6932930" y="1671321"/>
            <a:ext cx="4365130"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Conditions</a:t>
            </a:r>
            <a:endParaRPr lang="fr-FR" sz="1800" noProof="0"/>
          </a:p>
        </p:txBody>
      </p:sp>
      <p:sp>
        <p:nvSpPr>
          <p:cNvPr id="8" name="Text 5"/>
          <p:cNvSpPr/>
          <p:nvPr/>
        </p:nvSpPr>
        <p:spPr>
          <a:xfrm>
            <a:off x="7011162" y="2009139"/>
            <a:ext cx="4279278" cy="1021080"/>
          </a:xfrm>
          <a:prstGeom prst="rect">
            <a:avLst/>
          </a:prstGeom>
          <a:noFill/>
          <a:ln/>
        </p:spPr>
        <p:txBody>
          <a:bodyPr wrap="square" lIns="0" tIns="0" rIns="0" bIns="0" rtlCol="0" anchor="t">
            <a:normAutofit/>
          </a:bodyPr>
          <a:lstStyle/>
          <a:p>
            <a:pPr marL="175768" indent="-175768" algn="l">
              <a:lnSpc>
                <a:spcPts val="1960"/>
              </a:lnSpc>
              <a:buSzPct val="100000"/>
              <a:buChar char="•"/>
            </a:pPr>
            <a:r>
              <a:rPr lang="fr-FR" sz="1400" noProof="0">
                <a:solidFill>
                  <a:srgbClr val="17202A"/>
                </a:solidFill>
                <a:latin typeface="IBM Plex Sans" pitchFamily="34" charset="0"/>
                <a:ea typeface="IBM Plex Sans" pitchFamily="34" charset="-122"/>
                <a:cs typeface="IBM Plex Sans" pitchFamily="34" charset="-120"/>
              </a:rPr>
              <a:t>Forme d'onde NRZT</a:t>
            </a:r>
            <a:endParaRPr lang="fr-FR" sz="1400" noProof="0"/>
          </a:p>
          <a:p>
            <a:pPr marL="175768" indent="-175768" algn="l">
              <a:lnSpc>
                <a:spcPts val="1960"/>
              </a:lnSpc>
              <a:buSzPct val="100000"/>
              <a:buChar char="•"/>
            </a:pPr>
            <a:r>
              <a:rPr lang="fr-FR" sz="1400" noProof="0">
                <a:solidFill>
                  <a:srgbClr val="17202A"/>
                </a:solidFill>
                <a:latin typeface="IBM Plex Sans" pitchFamily="34" charset="0"/>
                <a:ea typeface="IBM Plex Sans" pitchFamily="34" charset="-122"/>
                <a:cs typeface="IBM Plex Sans" pitchFamily="34" charset="-120"/>
              </a:rPr>
              <a:t>Trajet direct, sans bruit</a:t>
            </a:r>
            <a:endParaRPr lang="fr-FR" sz="1400" noProof="0"/>
          </a:p>
          <a:p>
            <a:pPr marL="175768" indent="-175768" algn="l">
              <a:lnSpc>
                <a:spcPts val="1960"/>
              </a:lnSpc>
              <a:buSzPct val="100000"/>
              <a:buChar char="•"/>
            </a:pPr>
            <a:r>
              <a:rPr lang="fr-FR" sz="1400" noProof="0">
                <a:solidFill>
                  <a:srgbClr val="17202A"/>
                </a:solidFill>
                <a:latin typeface="IBM Plex Sans" pitchFamily="34" charset="0"/>
                <a:ea typeface="IBM Plex Sans" pitchFamily="34" charset="-122"/>
                <a:cs typeface="IBM Plex Sans" pitchFamily="34" charset="-120"/>
              </a:rPr>
              <a:t>Quelques dizaines de bits</a:t>
            </a:r>
            <a:endParaRPr lang="fr-FR" sz="1400" noProof="0"/>
          </a:p>
          <a:p>
            <a:pPr marL="175768" indent="-175768" algn="l">
              <a:lnSpc>
                <a:spcPts val="1960"/>
              </a:lnSpc>
              <a:buSzPct val="100000"/>
              <a:buChar char="•"/>
            </a:pPr>
            <a:r>
              <a:rPr lang="fr-FR" sz="1400" noProof="0">
                <a:solidFill>
                  <a:srgbClr val="17202A"/>
                </a:solidFill>
                <a:latin typeface="IBM Plex Sans" pitchFamily="34" charset="0"/>
                <a:ea typeface="IBM Plex Sans" pitchFamily="34" charset="-122"/>
                <a:cs typeface="IBM Plex Sans" pitchFamily="34" charset="-120"/>
              </a:rPr>
              <a:t>Récepteur à seuil sur la moyenne par bit</a:t>
            </a:r>
            <a:endParaRPr lang="fr-FR" sz="1400" noProof="0"/>
          </a:p>
        </p:txBody>
      </p:sp>
      <p:sp>
        <p:nvSpPr>
          <p:cNvPr id="9" name="Shape 6"/>
          <p:cNvSpPr/>
          <p:nvPr/>
        </p:nvSpPr>
        <p:spPr>
          <a:xfrm>
            <a:off x="6724650" y="3365500"/>
            <a:ext cx="4654550" cy="1242060"/>
          </a:xfrm>
          <a:prstGeom prst="roundRect">
            <a:avLst>
              <a:gd name="adj" fmla="val 8180"/>
            </a:avLst>
          </a:prstGeom>
          <a:solidFill>
            <a:srgbClr val="14202E"/>
          </a:solidFill>
          <a:ln/>
        </p:spPr>
        <p:txBody>
          <a:bodyPr/>
          <a:lstStyle/>
          <a:p>
            <a:endParaRPr lang="fr-FR" noProof="0"/>
          </a:p>
        </p:txBody>
      </p:sp>
      <p:sp>
        <p:nvSpPr>
          <p:cNvPr id="10" name="Text 7"/>
          <p:cNvSpPr/>
          <p:nvPr/>
        </p:nvSpPr>
        <p:spPr>
          <a:xfrm>
            <a:off x="6927850" y="3568700"/>
            <a:ext cx="4375595"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F0A24A"/>
                </a:solidFill>
                <a:latin typeface="IBM Plex Sans" pitchFamily="34" charset="0"/>
                <a:ea typeface="IBM Plex Sans" pitchFamily="34" charset="-122"/>
                <a:cs typeface="IBM Plex Sans" pitchFamily="34" charset="-120"/>
              </a:rPr>
              <a:t>Résultat</a:t>
            </a:r>
            <a:endParaRPr lang="fr-FR" sz="1800" noProof="0"/>
          </a:p>
        </p:txBody>
      </p:sp>
      <p:sp>
        <p:nvSpPr>
          <p:cNvPr id="11" name="Text 8"/>
          <p:cNvSpPr/>
          <p:nvPr/>
        </p:nvSpPr>
        <p:spPr>
          <a:xfrm>
            <a:off x="6927850" y="3906521"/>
            <a:ext cx="4375595" cy="523240"/>
          </a:xfrm>
          <a:prstGeom prst="rect">
            <a:avLst/>
          </a:prstGeom>
          <a:noFill/>
          <a:ln/>
        </p:spPr>
        <p:txBody>
          <a:bodyPr wrap="square" lIns="0" tIns="0" rIns="0" bIns="0" rtlCol="0" anchor="t">
            <a:normAutofit/>
          </a:bodyPr>
          <a:lstStyle/>
          <a:p>
            <a:pPr marL="0" indent="0" algn="l">
              <a:lnSpc>
                <a:spcPts val="1960"/>
              </a:lnSpc>
              <a:buNone/>
            </a:pPr>
            <a:r>
              <a:rPr lang="fr-FR" sz="1400" noProof="0">
                <a:solidFill>
                  <a:srgbClr val="F4F1EA"/>
                </a:solidFill>
                <a:latin typeface="IBM Plex Sans" pitchFamily="34" charset="0"/>
                <a:ea typeface="IBM Plex Sans" pitchFamily="34" charset="-122"/>
                <a:cs typeface="IBM Plex Sans" pitchFamily="34" charset="-120"/>
              </a:rPr>
              <a:t>Le signal reçu est identique à la source. Même résultat sur 100 000 bits : TEB = 0.</a:t>
            </a:r>
            <a:endParaRPr lang="fr-FR" sz="1400" noProof="0"/>
          </a:p>
        </p:txBody>
      </p:sp>
      <p:sp>
        <p:nvSpPr>
          <p:cNvPr id="12" name="Text 9"/>
          <p:cNvSpPr/>
          <p:nvPr/>
        </p:nvSpPr>
        <p:spPr>
          <a:xfrm>
            <a:off x="812800" y="6238239"/>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Produit développé</a:t>
            </a:r>
            <a:endParaRPr lang="fr-FR" sz="1200" noProof="0"/>
          </a:p>
        </p:txBody>
      </p:sp>
      <p:sp>
        <p:nvSpPr>
          <p:cNvPr id="14" name="Text 13">
            <a:extLst>
              <a:ext uri="{FF2B5EF4-FFF2-40B4-BE49-F238E27FC236}">
                <a16:creationId xmlns:a16="http://schemas.microsoft.com/office/drawing/2014/main" id="{5B9E7AEF-2DA9-1364-1171-9724D005A90C}"/>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n°8/19</a:t>
            </a:r>
          </a:p>
        </p:txBody>
      </p:sp>
      <p:sp>
        <p:nvSpPr>
          <p:cNvPr id="15" name="Text 2">
            <a:extLst>
              <a:ext uri="{FF2B5EF4-FFF2-40B4-BE49-F238E27FC236}">
                <a16:creationId xmlns:a16="http://schemas.microsoft.com/office/drawing/2014/main" id="{45E93C7F-EBCE-CE19-1639-165BA3362DD8}"/>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E</a:t>
            </a:r>
            <a:endParaRPr lang="fr-FR" sz="1800" noProof="0">
              <a:solidFill>
                <a:srgbClr val="C9D3D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fr-FR" sz="3200" b="1" i="0" noProof="0">
                <a:solidFill>
                  <a:srgbClr val="17202A"/>
                </a:solidFill>
                <a:latin typeface="IBM Plex Sans" pitchFamily="34" charset="0"/>
                <a:ea typeface="IBM Plex Sans" pitchFamily="34" charset="-122"/>
                <a:cs typeface="IBM Plex Sans" pitchFamily="34" charset="-120"/>
              </a:rPr>
              <a:t>Canal bruité : TEB en fonction de </a:t>
            </a:r>
            <a:r>
              <a:rPr lang="fr-FR" sz="3200" b="1" i="0" noProof="0" err="1">
                <a:solidFill>
                  <a:srgbClr val="17202A"/>
                </a:solidFill>
                <a:latin typeface="IBM Plex Sans" pitchFamily="34" charset="0"/>
                <a:ea typeface="IBM Plex Sans" pitchFamily="34" charset="-122"/>
                <a:cs typeface="IBM Plex Sans" pitchFamily="34" charset="-120"/>
              </a:rPr>
              <a:t>Eb</a:t>
            </a:r>
            <a:r>
              <a:rPr lang="fr-FR" sz="3200" b="1" i="0" noProof="0">
                <a:solidFill>
                  <a:srgbClr val="17202A"/>
                </a:solidFill>
                <a:latin typeface="IBM Plex Sans" pitchFamily="34" charset="0"/>
                <a:ea typeface="IBM Plex Sans" pitchFamily="34" charset="-122"/>
                <a:cs typeface="IBM Plex Sans" pitchFamily="34" charset="-120"/>
              </a:rPr>
              <a:t>/N0</a:t>
            </a:r>
            <a:endParaRPr lang="fr-FR" sz="3200" noProof="0"/>
          </a:p>
        </p:txBody>
      </p:sp>
      <p:sp>
        <p:nvSpPr>
          <p:cNvPr id="3" name="Shape 1"/>
          <p:cNvSpPr/>
          <p:nvPr/>
        </p:nvSpPr>
        <p:spPr>
          <a:xfrm>
            <a:off x="812800" y="1463039"/>
            <a:ext cx="5416550" cy="4064000"/>
          </a:xfrm>
          <a:prstGeom prst="rect">
            <a:avLst/>
          </a:prstGeom>
          <a:solidFill>
            <a:srgbClr val="FFFFFF"/>
          </a:solidFill>
          <a:ln/>
        </p:spPr>
        <p:txBody>
          <a:bodyPr/>
          <a:lstStyle/>
          <a:p>
            <a:endParaRPr lang="fr-FR" noProof="0"/>
          </a:p>
        </p:txBody>
      </p:sp>
      <p:pic>
        <p:nvPicPr>
          <p:cNvPr id="4" name="Image 0" descr="TEB en fonction de Eb/N0 pour NRZ, NRZT et RZ, simulé et théorique"/>
          <p:cNvPicPr>
            <a:picLocks noChangeAspect="1"/>
          </p:cNvPicPr>
          <p:nvPr/>
        </p:nvPicPr>
        <p:blipFill>
          <a:blip r:embed="rId3"/>
          <a:srcRect l="-20" r="-20"/>
          <a:stretch/>
        </p:blipFill>
        <p:spPr>
          <a:xfrm>
            <a:off x="819150" y="1469389"/>
            <a:ext cx="5403850" cy="4051300"/>
          </a:xfrm>
          <a:prstGeom prst="rect">
            <a:avLst/>
          </a:prstGeom>
        </p:spPr>
      </p:pic>
      <p:sp>
        <p:nvSpPr>
          <p:cNvPr id="5" name="Shape 2"/>
          <p:cNvSpPr/>
          <p:nvPr/>
        </p:nvSpPr>
        <p:spPr>
          <a:xfrm>
            <a:off x="815975" y="1466214"/>
            <a:ext cx="5410200" cy="4057650"/>
          </a:xfrm>
          <a:prstGeom prst="rect">
            <a:avLst/>
          </a:prstGeom>
          <a:noFill/>
          <a:ln w="6350">
            <a:solidFill>
              <a:srgbClr val="DDD8CC"/>
            </a:solidFill>
            <a:prstDash val="solid"/>
          </a:ln>
        </p:spPr>
        <p:txBody>
          <a:bodyPr/>
          <a:lstStyle/>
          <a:p>
            <a:endParaRPr lang="fr-FR" noProof="0"/>
          </a:p>
        </p:txBody>
      </p:sp>
      <p:sp>
        <p:nvSpPr>
          <p:cNvPr id="6" name="Shape 3"/>
          <p:cNvSpPr/>
          <p:nvPr/>
        </p:nvSpPr>
        <p:spPr>
          <a:xfrm>
            <a:off x="6537325" y="1466214"/>
            <a:ext cx="4838700" cy="1992630"/>
          </a:xfrm>
          <a:prstGeom prst="roundRect">
            <a:avLst>
              <a:gd name="adj" fmla="val 4939"/>
            </a:avLst>
          </a:prstGeom>
          <a:solidFill>
            <a:srgbClr val="FFFFFF"/>
          </a:solidFill>
          <a:ln w="6350">
            <a:solidFill>
              <a:srgbClr val="DDD8CC"/>
            </a:solidFill>
            <a:prstDash val="solid"/>
          </a:ln>
        </p:spPr>
        <p:txBody>
          <a:bodyPr/>
          <a:lstStyle/>
          <a:p>
            <a:endParaRPr lang="fr-FR" noProof="0"/>
          </a:p>
        </p:txBody>
      </p:sp>
      <p:sp>
        <p:nvSpPr>
          <p:cNvPr id="7" name="Text 4"/>
          <p:cNvSpPr/>
          <p:nvPr/>
        </p:nvSpPr>
        <p:spPr>
          <a:xfrm>
            <a:off x="6742430" y="1671321"/>
            <a:ext cx="4561345"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Conditions</a:t>
            </a:r>
            <a:endParaRPr lang="fr-FR" sz="1800" noProof="0"/>
          </a:p>
        </p:txBody>
      </p:sp>
      <p:sp>
        <p:nvSpPr>
          <p:cNvPr id="8" name="Text 5"/>
          <p:cNvSpPr/>
          <p:nvPr/>
        </p:nvSpPr>
        <p:spPr>
          <a:xfrm>
            <a:off x="6820662" y="2009139"/>
            <a:ext cx="4475493" cy="1270000"/>
          </a:xfrm>
          <a:prstGeom prst="rect">
            <a:avLst/>
          </a:prstGeom>
          <a:noFill/>
          <a:ln/>
        </p:spPr>
        <p:txBody>
          <a:bodyPr wrap="square" lIns="0" tIns="0" rIns="0" bIns="0" rtlCol="0" anchor="t">
            <a:normAutofit/>
          </a:bodyPr>
          <a:lstStyle/>
          <a:p>
            <a:pPr marL="175768" indent="-175768" algn="l">
              <a:lnSpc>
                <a:spcPts val="1960"/>
              </a:lnSpc>
              <a:buSzPct val="100000"/>
              <a:buChar char="•"/>
            </a:pPr>
            <a:r>
              <a:rPr lang="fr-FR" sz="1400" noProof="0">
                <a:solidFill>
                  <a:srgbClr val="17202A"/>
                </a:solidFill>
                <a:latin typeface="IBM Plex Sans" pitchFamily="34" charset="0"/>
                <a:ea typeface="IBM Plex Sans" pitchFamily="34" charset="-122"/>
                <a:cs typeface="IBM Plex Sans" pitchFamily="34" charset="-120"/>
              </a:rPr>
              <a:t>NRZ et NRZT [-1, 1], RZ [0, 1]</a:t>
            </a:r>
            <a:endParaRPr lang="fr-FR" sz="1400" noProof="0"/>
          </a:p>
          <a:p>
            <a:pPr marL="175768" indent="-175768" algn="l">
              <a:lnSpc>
                <a:spcPts val="1960"/>
              </a:lnSpc>
              <a:buSzPct val="100000"/>
              <a:buChar char="•"/>
            </a:pPr>
            <a:r>
              <a:rPr lang="fr-FR" sz="1400" noProof="0">
                <a:solidFill>
                  <a:srgbClr val="17202A"/>
                </a:solidFill>
                <a:latin typeface="IBM Plex Sans" pitchFamily="34" charset="0"/>
                <a:ea typeface="IBM Plex Sans" pitchFamily="34" charset="-122"/>
                <a:cs typeface="IBM Plex Sans" pitchFamily="34" charset="-120"/>
              </a:rPr>
              <a:t>Bruit blanc gaussien, trajet direct</a:t>
            </a:r>
            <a:endParaRPr lang="fr-FR" sz="1400" noProof="0"/>
          </a:p>
          <a:p>
            <a:pPr marL="175768" indent="-175768" algn="l">
              <a:lnSpc>
                <a:spcPts val="1960"/>
              </a:lnSpc>
              <a:buSzPct val="100000"/>
              <a:buChar char="•"/>
            </a:pPr>
            <a:r>
              <a:rPr lang="fr-FR" sz="1400" noProof="0">
                <a:solidFill>
                  <a:srgbClr val="17202A"/>
                </a:solidFill>
                <a:latin typeface="IBM Plex Sans" pitchFamily="34" charset="0"/>
                <a:ea typeface="IBM Plex Sans" pitchFamily="34" charset="-122"/>
                <a:cs typeface="IBM Plex Sans" pitchFamily="34" charset="-120"/>
              </a:rPr>
              <a:t>30 échantillons par bit</a:t>
            </a:r>
            <a:endParaRPr lang="fr-FR" sz="1400" noProof="0"/>
          </a:p>
          <a:p>
            <a:pPr marL="175768" indent="-175768" algn="l">
              <a:lnSpc>
                <a:spcPts val="1960"/>
              </a:lnSpc>
              <a:buSzPct val="100000"/>
              <a:buChar char="•"/>
            </a:pPr>
            <a:r>
              <a:rPr lang="fr-FR" sz="1400">
                <a:solidFill>
                  <a:srgbClr val="17202A"/>
                </a:solidFill>
                <a:latin typeface="IBM Plex Sans" pitchFamily="34" charset="0"/>
                <a:ea typeface="IBM Plex Sans" pitchFamily="34" charset="-122"/>
                <a:cs typeface="IBM Plex Sans" pitchFamily="34" charset="-120"/>
              </a:rPr>
              <a:t>100 000</a:t>
            </a:r>
            <a:r>
              <a:rPr lang="fr-FR" sz="1400" noProof="0">
                <a:solidFill>
                  <a:srgbClr val="17202A"/>
                </a:solidFill>
                <a:latin typeface="IBM Plex Sans" pitchFamily="34" charset="0"/>
                <a:ea typeface="IBM Plex Sans" pitchFamily="34" charset="-122"/>
                <a:cs typeface="IBM Plex Sans" pitchFamily="34" charset="-120"/>
              </a:rPr>
              <a:t> bits par point</a:t>
            </a:r>
            <a:endParaRPr lang="fr-FR" sz="1400" noProof="0"/>
          </a:p>
          <a:p>
            <a:pPr marL="175768" indent="-175768" algn="l">
              <a:lnSpc>
                <a:spcPts val="1960"/>
              </a:lnSpc>
              <a:buSzPct val="100000"/>
              <a:buChar char="•"/>
            </a:pPr>
            <a:r>
              <a:rPr lang="fr-FR" sz="1400" noProof="0">
                <a:solidFill>
                  <a:srgbClr val="17202A"/>
                </a:solidFill>
                <a:latin typeface="IBM Plex Sans" pitchFamily="34" charset="0"/>
                <a:ea typeface="IBM Plex Sans" pitchFamily="34" charset="-122"/>
                <a:cs typeface="IBM Plex Sans" pitchFamily="34" charset="-120"/>
              </a:rPr>
              <a:t>Récepteur à seuil sur la moyenne par bit</a:t>
            </a:r>
            <a:endParaRPr lang="fr-FR" sz="1400" noProof="0"/>
          </a:p>
        </p:txBody>
      </p:sp>
      <p:sp>
        <p:nvSpPr>
          <p:cNvPr id="9" name="Shape 6"/>
          <p:cNvSpPr/>
          <p:nvPr/>
        </p:nvSpPr>
        <p:spPr>
          <a:xfrm>
            <a:off x="6534150" y="3614421"/>
            <a:ext cx="4845050" cy="1242060"/>
          </a:xfrm>
          <a:prstGeom prst="roundRect">
            <a:avLst>
              <a:gd name="adj" fmla="val 8180"/>
            </a:avLst>
          </a:prstGeom>
          <a:solidFill>
            <a:srgbClr val="14202E"/>
          </a:solidFill>
          <a:ln/>
        </p:spPr>
        <p:txBody>
          <a:bodyPr/>
          <a:lstStyle/>
          <a:p>
            <a:endParaRPr lang="fr-FR" noProof="0"/>
          </a:p>
        </p:txBody>
      </p:sp>
      <p:sp>
        <p:nvSpPr>
          <p:cNvPr id="10" name="Text 7"/>
          <p:cNvSpPr/>
          <p:nvPr/>
        </p:nvSpPr>
        <p:spPr>
          <a:xfrm>
            <a:off x="6737350" y="3817621"/>
            <a:ext cx="4571810"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F0A24A"/>
                </a:solidFill>
                <a:latin typeface="IBM Plex Sans" pitchFamily="34" charset="0"/>
                <a:ea typeface="IBM Plex Sans" pitchFamily="34" charset="-122"/>
                <a:cs typeface="IBM Plex Sans" pitchFamily="34" charset="-120"/>
              </a:rPr>
              <a:t>Lecture</a:t>
            </a:r>
            <a:endParaRPr lang="fr-FR" sz="1800" noProof="0"/>
          </a:p>
        </p:txBody>
      </p:sp>
      <p:sp>
        <p:nvSpPr>
          <p:cNvPr id="11" name="Text 8"/>
          <p:cNvSpPr/>
          <p:nvPr/>
        </p:nvSpPr>
        <p:spPr>
          <a:xfrm>
            <a:off x="6737350" y="4155442"/>
            <a:ext cx="4571810" cy="523240"/>
          </a:xfrm>
          <a:prstGeom prst="rect">
            <a:avLst/>
          </a:prstGeom>
          <a:noFill/>
          <a:ln/>
        </p:spPr>
        <p:txBody>
          <a:bodyPr wrap="square" lIns="0" tIns="0" rIns="0" bIns="0" rtlCol="0" anchor="t">
            <a:normAutofit/>
          </a:bodyPr>
          <a:lstStyle/>
          <a:p>
            <a:pPr marL="0" indent="0" algn="l">
              <a:lnSpc>
                <a:spcPts val="1960"/>
              </a:lnSpc>
              <a:buNone/>
            </a:pPr>
            <a:r>
              <a:rPr lang="fr-FR" sz="1400" noProof="0">
                <a:solidFill>
                  <a:srgbClr val="F4F1EA"/>
                </a:solidFill>
                <a:latin typeface="IBM Plex Sans" pitchFamily="34" charset="0"/>
                <a:ea typeface="IBM Plex Sans" pitchFamily="34" charset="-122"/>
                <a:cs typeface="IBM Plex Sans" pitchFamily="34" charset="-120"/>
              </a:rPr>
              <a:t>Plus </a:t>
            </a:r>
            <a:r>
              <a:rPr lang="fr-FR" sz="1400" noProof="0" err="1">
                <a:solidFill>
                  <a:srgbClr val="F4F1EA"/>
                </a:solidFill>
                <a:latin typeface="IBM Plex Sans" pitchFamily="34" charset="0"/>
                <a:ea typeface="IBM Plex Sans" pitchFamily="34" charset="-122"/>
                <a:cs typeface="IBM Plex Sans" pitchFamily="34" charset="-120"/>
              </a:rPr>
              <a:t>Eb</a:t>
            </a:r>
            <a:r>
              <a:rPr lang="fr-FR" sz="1400" noProof="0">
                <a:solidFill>
                  <a:srgbClr val="F4F1EA"/>
                </a:solidFill>
                <a:latin typeface="IBM Plex Sans" pitchFamily="34" charset="0"/>
                <a:ea typeface="IBM Plex Sans" pitchFamily="34" charset="-122"/>
                <a:cs typeface="IBM Plex Sans" pitchFamily="34" charset="-120"/>
              </a:rPr>
              <a:t>/N0 est élevé, plus le TEB baisse. La simulation suit la théorie, ce qui valide le réalisme du modèle.</a:t>
            </a:r>
            <a:endParaRPr lang="fr-FR" sz="1400" noProof="0"/>
          </a:p>
        </p:txBody>
      </p:sp>
      <p:sp>
        <p:nvSpPr>
          <p:cNvPr id="12" name="Text 9"/>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Produit développé</a:t>
            </a:r>
            <a:endParaRPr lang="fr-FR" sz="1200" noProof="0"/>
          </a:p>
        </p:txBody>
      </p:sp>
      <p:sp>
        <p:nvSpPr>
          <p:cNvPr id="14" name="Text 13">
            <a:extLst>
              <a:ext uri="{FF2B5EF4-FFF2-40B4-BE49-F238E27FC236}">
                <a16:creationId xmlns:a16="http://schemas.microsoft.com/office/drawing/2014/main" id="{BD59E50D-59D3-07CF-E73C-C5246EEB8B56}"/>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n°9/19</a:t>
            </a:r>
          </a:p>
        </p:txBody>
      </p:sp>
      <p:sp>
        <p:nvSpPr>
          <p:cNvPr id="13" name="Rectangle 12">
            <a:extLst>
              <a:ext uri="{FF2B5EF4-FFF2-40B4-BE49-F238E27FC236}">
                <a16:creationId xmlns:a16="http://schemas.microsoft.com/office/drawing/2014/main" id="{DCA6849B-9AD0-7BCB-CA65-0626F9A0910A}"/>
              </a:ext>
            </a:extLst>
          </p:cNvPr>
          <p:cNvSpPr/>
          <p:nvPr/>
        </p:nvSpPr>
        <p:spPr>
          <a:xfrm>
            <a:off x="3756660" y="1564005"/>
            <a:ext cx="51435" cy="762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64216AFF-2B68-F3E7-FB25-8F8FAA4CE6DB}"/>
              </a:ext>
            </a:extLst>
          </p:cNvPr>
          <p:cNvSpPr txBox="1"/>
          <p:nvPr/>
        </p:nvSpPr>
        <p:spPr>
          <a:xfrm>
            <a:off x="3670808" y="1498416"/>
            <a:ext cx="223138" cy="169277"/>
          </a:xfrm>
          <a:prstGeom prst="rect">
            <a:avLst/>
          </a:prstGeom>
          <a:noFill/>
        </p:spPr>
        <p:txBody>
          <a:bodyPr wrap="none" rtlCol="0">
            <a:spAutoFit/>
          </a:bodyPr>
          <a:lstStyle/>
          <a:p>
            <a:r>
              <a:rPr lang="fr-FR" sz="500"/>
              <a:t>5</a:t>
            </a:r>
          </a:p>
        </p:txBody>
      </p:sp>
      <p:sp>
        <p:nvSpPr>
          <p:cNvPr id="17" name="Text 2">
            <a:extLst>
              <a:ext uri="{FF2B5EF4-FFF2-40B4-BE49-F238E27FC236}">
                <a16:creationId xmlns:a16="http://schemas.microsoft.com/office/drawing/2014/main" id="{89AE9FE5-0976-46DE-7BA5-563B9050F0C9}"/>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P</a:t>
            </a:r>
            <a:endParaRPr lang="fr-FR" sz="1800" noProof="0">
              <a:solidFill>
                <a:srgbClr val="C9D3D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fr-FR" sz="3200" b="1" i="0" noProof="0">
                <a:solidFill>
                  <a:srgbClr val="17202A"/>
                </a:solidFill>
                <a:latin typeface="IBM Plex Sans" pitchFamily="34" charset="0"/>
                <a:ea typeface="IBM Plex Sans" pitchFamily="34" charset="-122"/>
                <a:cs typeface="IBM Plex Sans" pitchFamily="34" charset="-120"/>
              </a:rPr>
              <a:t>Trajets multiples</a:t>
            </a:r>
            <a:endParaRPr lang="fr-FR" sz="3200" noProof="0"/>
          </a:p>
        </p:txBody>
      </p:sp>
      <p:sp>
        <p:nvSpPr>
          <p:cNvPr id="3" name="Shape 1"/>
          <p:cNvSpPr/>
          <p:nvPr/>
        </p:nvSpPr>
        <p:spPr>
          <a:xfrm>
            <a:off x="812800" y="1463042"/>
            <a:ext cx="6731000" cy="4210050"/>
          </a:xfrm>
          <a:prstGeom prst="rect">
            <a:avLst/>
          </a:prstGeom>
          <a:solidFill>
            <a:srgbClr val="FFFFFF"/>
          </a:solidFill>
          <a:ln/>
        </p:spPr>
        <p:txBody>
          <a:bodyPr/>
          <a:lstStyle/>
          <a:p>
            <a:endParaRPr lang="fr-FR" noProof="0"/>
          </a:p>
        </p:txBody>
      </p:sp>
      <p:pic>
        <p:nvPicPr>
          <p:cNvPr id="4" name="Image 0" descr="TEB selon le nombre de trajets, de 1 à 5, pour NRZ, NRZT et RZ"/>
          <p:cNvPicPr>
            <a:picLocks noChangeAspect="1"/>
          </p:cNvPicPr>
          <p:nvPr/>
        </p:nvPicPr>
        <p:blipFill>
          <a:blip r:embed="rId3"/>
          <a:srcRect l="-19" r="-19"/>
          <a:stretch/>
        </p:blipFill>
        <p:spPr>
          <a:xfrm>
            <a:off x="825500" y="1463042"/>
            <a:ext cx="6718300" cy="4197350"/>
          </a:xfrm>
          <a:prstGeom prst="rect">
            <a:avLst/>
          </a:prstGeom>
        </p:spPr>
      </p:pic>
      <p:sp>
        <p:nvSpPr>
          <p:cNvPr id="5" name="Shape 2"/>
          <p:cNvSpPr/>
          <p:nvPr/>
        </p:nvSpPr>
        <p:spPr>
          <a:xfrm>
            <a:off x="815975" y="1466217"/>
            <a:ext cx="6724650" cy="4203700"/>
          </a:xfrm>
          <a:prstGeom prst="rect">
            <a:avLst/>
          </a:prstGeom>
          <a:noFill/>
          <a:ln w="6350">
            <a:solidFill>
              <a:srgbClr val="DDD8CC"/>
            </a:solidFill>
            <a:prstDash val="solid"/>
          </a:ln>
        </p:spPr>
        <p:txBody>
          <a:bodyPr/>
          <a:lstStyle/>
          <a:p>
            <a:endParaRPr lang="fr-FR" noProof="0"/>
          </a:p>
        </p:txBody>
      </p:sp>
      <p:sp>
        <p:nvSpPr>
          <p:cNvPr id="6" name="Shape 3"/>
          <p:cNvSpPr/>
          <p:nvPr/>
        </p:nvSpPr>
        <p:spPr>
          <a:xfrm>
            <a:off x="7800975" y="1466217"/>
            <a:ext cx="3575050" cy="1957704"/>
          </a:xfrm>
          <a:prstGeom prst="roundRect">
            <a:avLst>
              <a:gd name="adj" fmla="val 5356"/>
            </a:avLst>
          </a:prstGeom>
          <a:solidFill>
            <a:srgbClr val="FFFFFF"/>
          </a:solidFill>
          <a:ln w="6350">
            <a:solidFill>
              <a:srgbClr val="DDD8CC"/>
            </a:solidFill>
            <a:prstDash val="solid"/>
          </a:ln>
        </p:spPr>
        <p:txBody>
          <a:bodyPr/>
          <a:lstStyle/>
          <a:p>
            <a:endParaRPr lang="fr-FR" noProof="0"/>
          </a:p>
        </p:txBody>
      </p:sp>
      <p:sp>
        <p:nvSpPr>
          <p:cNvPr id="7" name="Text 4"/>
          <p:cNvSpPr/>
          <p:nvPr/>
        </p:nvSpPr>
        <p:spPr>
          <a:xfrm>
            <a:off x="7980680" y="1645921"/>
            <a:ext cx="3312109" cy="284480"/>
          </a:xfrm>
          <a:prstGeom prst="rect">
            <a:avLst/>
          </a:prstGeom>
          <a:noFill/>
          <a:ln/>
        </p:spPr>
        <p:txBody>
          <a:bodyPr wrap="square" lIns="0" tIns="0" rIns="0" bIns="0" rtlCol="0" anchor="t">
            <a:normAutofit/>
          </a:bodyPr>
          <a:lstStyle/>
          <a:p>
            <a:pPr marL="0" indent="0" algn="l">
              <a:lnSpc>
                <a:spcPts val="2040"/>
              </a:lnSpc>
              <a:buNone/>
            </a:pPr>
            <a:r>
              <a:rPr lang="fr-FR" sz="1700" b="1" noProof="0">
                <a:solidFill>
                  <a:srgbClr val="2457C5"/>
                </a:solidFill>
                <a:latin typeface="IBM Plex Sans" pitchFamily="34" charset="0"/>
                <a:ea typeface="IBM Plex Sans" pitchFamily="34" charset="-122"/>
                <a:cs typeface="IBM Plex Sans" pitchFamily="34" charset="-120"/>
              </a:rPr>
              <a:t>Conditions</a:t>
            </a:r>
            <a:endParaRPr lang="fr-FR" sz="1700" noProof="0"/>
          </a:p>
        </p:txBody>
      </p:sp>
      <p:sp>
        <p:nvSpPr>
          <p:cNvPr id="8" name="Text 5"/>
          <p:cNvSpPr/>
          <p:nvPr/>
        </p:nvSpPr>
        <p:spPr>
          <a:xfrm>
            <a:off x="8066024" y="1968499"/>
            <a:ext cx="3219145" cy="1373507"/>
          </a:xfrm>
          <a:prstGeom prst="rect">
            <a:avLst/>
          </a:prstGeom>
          <a:noFill/>
          <a:ln/>
        </p:spPr>
        <p:txBody>
          <a:bodyPr wrap="square" lIns="0" tIns="0" rIns="0" bIns="0" rtlCol="0" anchor="t">
            <a:normAutofit/>
          </a:bodyPr>
          <a:lstStyle/>
          <a:p>
            <a:pPr marL="168275" indent="-168275" algn="l">
              <a:lnSpc>
                <a:spcPts val="1820"/>
              </a:lnSpc>
              <a:buSzPct val="100000"/>
              <a:buChar char="•"/>
            </a:pPr>
            <a:r>
              <a:rPr lang="fr-FR" sz="1300" noProof="0">
                <a:solidFill>
                  <a:srgbClr val="17202A"/>
                </a:solidFill>
                <a:latin typeface="IBM Plex Sans" pitchFamily="34" charset="0"/>
                <a:ea typeface="IBM Plex Sans" pitchFamily="34" charset="-122"/>
                <a:cs typeface="IBM Plex Sans" pitchFamily="34" charset="-120"/>
              </a:rPr>
              <a:t>Bruit blanc gaussien</a:t>
            </a:r>
            <a:endParaRPr lang="fr-FR" sz="1300" noProof="0"/>
          </a:p>
          <a:p>
            <a:pPr marL="168275" indent="-168275">
              <a:lnSpc>
                <a:spcPts val="1820"/>
              </a:lnSpc>
              <a:buSzPct val="100000"/>
              <a:buFont typeface="Arial"/>
              <a:buChar char="•"/>
            </a:pPr>
            <a:r>
              <a:rPr lang="fr-FR" sz="1300" noProof="0">
                <a:solidFill>
                  <a:srgbClr val="17202A"/>
                </a:solidFill>
                <a:latin typeface="IBM Plex Sans"/>
                <a:ea typeface="IBM Plex Sans" pitchFamily="34" charset="-122"/>
                <a:cs typeface="IBM Plex Sans" pitchFamily="34" charset="-120"/>
              </a:rPr>
              <a:t>1 à 5 trajets en plus du trajet initial </a:t>
            </a:r>
            <a:r>
              <a:rPr lang="fr-FR" sz="1300">
                <a:solidFill>
                  <a:srgbClr val="17202A"/>
                </a:solidFill>
                <a:ea typeface="+mn-lt"/>
                <a:cs typeface="+mn-lt"/>
              </a:rPr>
              <a:t>:</a:t>
            </a:r>
          </a:p>
          <a:p>
            <a:pPr>
              <a:lnSpc>
                <a:spcPts val="1820"/>
              </a:lnSpc>
              <a:buSzPct val="100000"/>
            </a:pPr>
            <a:r>
              <a:rPr lang="fr-FR" sz="1300">
                <a:solidFill>
                  <a:srgbClr val="17202A"/>
                </a:solidFill>
                <a:ea typeface="+mn-lt"/>
                <a:cs typeface="+mn-lt"/>
              </a:rPr>
              <a:t>τ = 20 α =0.35 , τ =45 α =0.21 τ =60 α =0.13 </a:t>
            </a:r>
            <a:r>
              <a:rPr lang="fr-FR" sz="1500">
                <a:solidFill>
                  <a:srgbClr val="17202A"/>
                </a:solidFill>
                <a:ea typeface="+mn-lt"/>
                <a:cs typeface="+mn-lt"/>
              </a:rPr>
              <a:t>τ =</a:t>
            </a:r>
            <a:r>
              <a:rPr lang="fr-FR" sz="1300">
                <a:solidFill>
                  <a:srgbClr val="17202A"/>
                </a:solidFill>
                <a:ea typeface="+mn-lt"/>
                <a:cs typeface="+mn-lt"/>
              </a:rPr>
              <a:t>75 </a:t>
            </a:r>
            <a:r>
              <a:rPr lang="fr-FR" sz="1400">
                <a:solidFill>
                  <a:srgbClr val="17202A"/>
                </a:solidFill>
                <a:ea typeface="+mn-lt"/>
                <a:cs typeface="+mn-lt"/>
              </a:rPr>
              <a:t>α =</a:t>
            </a:r>
            <a:r>
              <a:rPr lang="fr-FR" sz="1300">
                <a:solidFill>
                  <a:srgbClr val="17202A"/>
                </a:solidFill>
                <a:ea typeface="+mn-lt"/>
                <a:cs typeface="+mn-lt"/>
              </a:rPr>
              <a:t>0.08 </a:t>
            </a:r>
            <a:r>
              <a:rPr lang="fr-FR" sz="1500">
                <a:solidFill>
                  <a:srgbClr val="17202A"/>
                </a:solidFill>
                <a:ea typeface="+mn-lt"/>
                <a:cs typeface="+mn-lt"/>
              </a:rPr>
              <a:t>τ =</a:t>
            </a:r>
            <a:r>
              <a:rPr lang="fr-FR" sz="1300">
                <a:solidFill>
                  <a:srgbClr val="17202A"/>
                </a:solidFill>
                <a:ea typeface="+mn-lt"/>
                <a:cs typeface="+mn-lt"/>
              </a:rPr>
              <a:t>90 </a:t>
            </a:r>
            <a:r>
              <a:rPr lang="fr-FR" sz="1400">
                <a:solidFill>
                  <a:srgbClr val="17202A"/>
                </a:solidFill>
                <a:ea typeface="+mn-lt"/>
                <a:cs typeface="+mn-lt"/>
              </a:rPr>
              <a:t>α =</a:t>
            </a:r>
            <a:r>
              <a:rPr lang="fr-FR" sz="1300">
                <a:solidFill>
                  <a:srgbClr val="17202A"/>
                </a:solidFill>
                <a:ea typeface="+mn-lt"/>
                <a:cs typeface="+mn-lt"/>
              </a:rPr>
              <a:t>0.05</a:t>
            </a:r>
            <a:endParaRPr lang="fr-FR" sz="1300" noProof="0"/>
          </a:p>
          <a:p>
            <a:pPr marL="168275" indent="-168275" algn="l">
              <a:lnSpc>
                <a:spcPts val="1820"/>
              </a:lnSpc>
              <a:buSzPct val="100000"/>
              <a:buChar char="•"/>
            </a:pPr>
            <a:r>
              <a:rPr lang="fr-FR" sz="1300" noProof="0">
                <a:solidFill>
                  <a:srgbClr val="17202A"/>
                </a:solidFill>
                <a:latin typeface="IBM Plex Sans" pitchFamily="34" charset="0"/>
                <a:ea typeface="IBM Plex Sans" pitchFamily="34" charset="-122"/>
                <a:cs typeface="IBM Plex Sans" pitchFamily="34" charset="-120"/>
              </a:rPr>
              <a:t>100 000 bits</a:t>
            </a:r>
          </a:p>
          <a:p>
            <a:pPr marL="168275" indent="-168275" algn="l">
              <a:lnSpc>
                <a:spcPts val="1820"/>
              </a:lnSpc>
              <a:buSzPct val="100000"/>
              <a:buChar char="•"/>
            </a:pPr>
            <a:r>
              <a:rPr lang="fr-FR" sz="1300" noProof="0">
                <a:solidFill>
                  <a:srgbClr val="17202A"/>
                </a:solidFill>
                <a:latin typeface="IBM Plex Sans" pitchFamily="34" charset="0"/>
                <a:ea typeface="IBM Plex Sans" pitchFamily="34" charset="-122"/>
                <a:cs typeface="IBM Plex Sans" pitchFamily="34" charset="-120"/>
              </a:rPr>
              <a:t>Récepteur à seuil</a:t>
            </a:r>
            <a:endParaRPr lang="fr-FR" sz="1300" noProof="0"/>
          </a:p>
        </p:txBody>
      </p:sp>
      <p:sp>
        <p:nvSpPr>
          <p:cNvPr id="9" name="Shape 6"/>
          <p:cNvSpPr/>
          <p:nvPr/>
        </p:nvSpPr>
        <p:spPr>
          <a:xfrm>
            <a:off x="7800975" y="3629662"/>
            <a:ext cx="3581400" cy="1833880"/>
          </a:xfrm>
          <a:prstGeom prst="roundRect">
            <a:avLst>
              <a:gd name="adj" fmla="val 5540"/>
            </a:avLst>
          </a:prstGeom>
          <a:solidFill>
            <a:srgbClr val="14202E"/>
          </a:solidFill>
          <a:ln/>
        </p:spPr>
        <p:txBody>
          <a:bodyPr/>
          <a:lstStyle/>
          <a:p>
            <a:endParaRPr lang="fr-FR" noProof="0"/>
          </a:p>
        </p:txBody>
      </p:sp>
      <p:sp>
        <p:nvSpPr>
          <p:cNvPr id="10" name="Text 7"/>
          <p:cNvSpPr/>
          <p:nvPr/>
        </p:nvSpPr>
        <p:spPr>
          <a:xfrm>
            <a:off x="7980680" y="3756660"/>
            <a:ext cx="3322574" cy="284480"/>
          </a:xfrm>
          <a:prstGeom prst="rect">
            <a:avLst/>
          </a:prstGeom>
          <a:noFill/>
          <a:ln/>
        </p:spPr>
        <p:txBody>
          <a:bodyPr wrap="square" lIns="0" tIns="0" rIns="0" bIns="0" rtlCol="0" anchor="t">
            <a:normAutofit/>
          </a:bodyPr>
          <a:lstStyle/>
          <a:p>
            <a:pPr marL="0" indent="0" algn="l">
              <a:lnSpc>
                <a:spcPts val="2040"/>
              </a:lnSpc>
              <a:buNone/>
            </a:pPr>
            <a:r>
              <a:rPr lang="fr-FR" sz="1700" b="1" noProof="0">
                <a:solidFill>
                  <a:srgbClr val="F0A24A"/>
                </a:solidFill>
                <a:latin typeface="IBM Plex Sans" pitchFamily="34" charset="0"/>
                <a:ea typeface="IBM Plex Sans" pitchFamily="34" charset="-122"/>
                <a:cs typeface="IBM Plex Sans" pitchFamily="34" charset="-120"/>
              </a:rPr>
              <a:t>Lecture</a:t>
            </a:r>
            <a:endParaRPr lang="fr-FR" sz="1700" noProof="0"/>
          </a:p>
        </p:txBody>
      </p:sp>
      <p:sp>
        <p:nvSpPr>
          <p:cNvPr id="11" name="Text 8"/>
          <p:cNvSpPr/>
          <p:nvPr/>
        </p:nvSpPr>
        <p:spPr>
          <a:xfrm>
            <a:off x="8066024" y="4079239"/>
            <a:ext cx="3229610" cy="1181100"/>
          </a:xfrm>
          <a:prstGeom prst="rect">
            <a:avLst/>
          </a:prstGeom>
          <a:noFill/>
          <a:ln/>
        </p:spPr>
        <p:txBody>
          <a:bodyPr wrap="square" lIns="0" tIns="0" rIns="0" bIns="0" rtlCol="0" anchor="t">
            <a:normAutofit/>
          </a:bodyPr>
          <a:lstStyle/>
          <a:p>
            <a:pPr marL="168656" indent="-168656" algn="l">
              <a:lnSpc>
                <a:spcPts val="1820"/>
              </a:lnSpc>
              <a:buSzPct val="100000"/>
              <a:buChar char="•"/>
            </a:pPr>
            <a:r>
              <a:rPr lang="fr-FR" sz="1300" noProof="0">
                <a:solidFill>
                  <a:srgbClr val="F4F1EA"/>
                </a:solidFill>
                <a:latin typeface="IBM Plex Sans" pitchFamily="34" charset="0"/>
                <a:ea typeface="IBM Plex Sans" pitchFamily="34" charset="-122"/>
                <a:cs typeface="IBM Plex Sans" pitchFamily="34" charset="-120"/>
              </a:rPr>
              <a:t>Perte de performance dès le premier trajet ajouté</a:t>
            </a:r>
            <a:endParaRPr lang="fr-FR" sz="1300" noProof="0"/>
          </a:p>
          <a:p>
            <a:pPr marL="168656" indent="-168656" algn="l">
              <a:lnSpc>
                <a:spcPts val="1820"/>
              </a:lnSpc>
              <a:buSzPct val="100000"/>
              <a:buChar char="•"/>
            </a:pPr>
            <a:r>
              <a:rPr lang="fr-FR" sz="1300" noProof="0">
                <a:solidFill>
                  <a:srgbClr val="F4F1EA"/>
                </a:solidFill>
                <a:latin typeface="IBM Plex Sans" pitchFamily="34" charset="0"/>
                <a:ea typeface="IBM Plex Sans" pitchFamily="34" charset="-122"/>
                <a:cs typeface="IBM Plex Sans" pitchFamily="34" charset="-120"/>
              </a:rPr>
              <a:t>NRZ le plus robuste, NRZT le plus pénalisé</a:t>
            </a:r>
            <a:endParaRPr lang="fr-FR" sz="1300" noProof="0"/>
          </a:p>
          <a:p>
            <a:pPr marL="168656" indent="-168656" algn="l">
              <a:lnSpc>
                <a:spcPts val="1820"/>
              </a:lnSpc>
              <a:buSzPct val="100000"/>
              <a:buChar char="•"/>
            </a:pPr>
            <a:r>
              <a:rPr lang="fr-FR" sz="1300" noProof="0">
                <a:solidFill>
                  <a:srgbClr val="F4F1EA"/>
                </a:solidFill>
                <a:latin typeface="IBM Plex Sans" pitchFamily="34" charset="0"/>
                <a:ea typeface="IBM Plex Sans" pitchFamily="34" charset="-122"/>
                <a:cs typeface="IBM Plex Sans" pitchFamily="34" charset="-120"/>
              </a:rPr>
              <a:t>Cohérent avec les calculs théoriques</a:t>
            </a:r>
            <a:endParaRPr lang="fr-FR" sz="1300" noProof="0"/>
          </a:p>
        </p:txBody>
      </p:sp>
      <p:sp>
        <p:nvSpPr>
          <p:cNvPr id="12" name="Text 9"/>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Produit développé</a:t>
            </a:r>
            <a:endParaRPr lang="fr-FR" sz="1200" noProof="0"/>
          </a:p>
        </p:txBody>
      </p:sp>
      <p:sp>
        <p:nvSpPr>
          <p:cNvPr id="14" name="Text 13">
            <a:extLst>
              <a:ext uri="{FF2B5EF4-FFF2-40B4-BE49-F238E27FC236}">
                <a16:creationId xmlns:a16="http://schemas.microsoft.com/office/drawing/2014/main" id="{692CEF7A-C74B-772D-9B2E-29EBA4BEC655}"/>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n°10/19</a:t>
            </a:r>
          </a:p>
        </p:txBody>
      </p:sp>
      <p:sp>
        <p:nvSpPr>
          <p:cNvPr id="15" name="Text 2">
            <a:extLst>
              <a:ext uri="{FF2B5EF4-FFF2-40B4-BE49-F238E27FC236}">
                <a16:creationId xmlns:a16="http://schemas.microsoft.com/office/drawing/2014/main" id="{E78853C0-42DB-B342-21F2-A1ACE7A9A24B}"/>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P</a:t>
            </a:r>
            <a:endParaRPr lang="fr-FR" sz="1800" noProof="0">
              <a:solidFill>
                <a:srgbClr val="C9D3DF"/>
              </a:solidFill>
            </a:endParaRPr>
          </a:p>
        </p:txBody>
      </p:sp>
      <p:sp>
        <p:nvSpPr>
          <p:cNvPr id="16" name="Rectangle 15">
            <a:extLst>
              <a:ext uri="{FF2B5EF4-FFF2-40B4-BE49-F238E27FC236}">
                <a16:creationId xmlns:a16="http://schemas.microsoft.com/office/drawing/2014/main" id="{34A4BFB4-08B5-B193-5110-26D30C404599}"/>
              </a:ext>
            </a:extLst>
          </p:cNvPr>
          <p:cNvSpPr/>
          <p:nvPr/>
        </p:nvSpPr>
        <p:spPr>
          <a:xfrm>
            <a:off x="2903220" y="1504950"/>
            <a:ext cx="2564130" cy="14097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C2FEA8B9-D78F-3F33-E78C-209BDDF28834}"/>
              </a:ext>
            </a:extLst>
          </p:cNvPr>
          <p:cNvSpPr txBox="1"/>
          <p:nvPr/>
        </p:nvSpPr>
        <p:spPr>
          <a:xfrm>
            <a:off x="2151142" y="1462536"/>
            <a:ext cx="4054315" cy="230832"/>
          </a:xfrm>
          <a:prstGeom prst="rect">
            <a:avLst/>
          </a:prstGeom>
          <a:noFill/>
        </p:spPr>
        <p:txBody>
          <a:bodyPr wrap="none" rtlCol="0">
            <a:spAutoFit/>
          </a:bodyPr>
          <a:lstStyle/>
          <a:p>
            <a:r>
              <a:rPr lang="fr-FR" sz="900" b="1"/>
              <a:t>Comparaison du TEB selon le nombre de trajets supplémentaires (1 à 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57306"/>
          </a:xfrm>
          <a:prstGeom prst="rect">
            <a:avLst/>
          </a:prstGeom>
          <a:noFill/>
          <a:ln/>
        </p:spPr>
        <p:txBody>
          <a:bodyPr wrap="square" lIns="0" tIns="0" rIns="0" bIns="0" rtlCol="0" anchor="t">
            <a:normAutofit/>
          </a:bodyPr>
          <a:lstStyle/>
          <a:p>
            <a:pPr marL="0" indent="0" algn="l">
              <a:lnSpc>
                <a:spcPts val="3421"/>
              </a:lnSpc>
              <a:buNone/>
            </a:pPr>
            <a:r>
              <a:rPr lang="fr-FR" sz="3110" b="1" i="0" noProof="0">
                <a:solidFill>
                  <a:srgbClr val="17202A"/>
                </a:solidFill>
                <a:latin typeface="IBM Plex Sans" pitchFamily="34" charset="0"/>
                <a:ea typeface="IBM Plex Sans" pitchFamily="34" charset="-122"/>
                <a:cs typeface="IBM Plex Sans" pitchFamily="34" charset="-120"/>
              </a:rPr>
              <a:t>Codage canal</a:t>
            </a:r>
            <a:endParaRPr lang="fr-FR" sz="3110" noProof="0"/>
          </a:p>
        </p:txBody>
      </p:sp>
      <p:sp>
        <p:nvSpPr>
          <p:cNvPr id="3" name="Shape 1"/>
          <p:cNvSpPr/>
          <p:nvPr/>
        </p:nvSpPr>
        <p:spPr>
          <a:xfrm>
            <a:off x="1714500" y="1397105"/>
            <a:ext cx="8763000" cy="3435773"/>
          </a:xfrm>
          <a:prstGeom prst="rect">
            <a:avLst/>
          </a:prstGeom>
          <a:solidFill>
            <a:srgbClr val="FFFFFF"/>
          </a:solidFill>
          <a:ln/>
        </p:spPr>
        <p:txBody>
          <a:bodyPr/>
          <a:lstStyle/>
          <a:p>
            <a:endParaRPr lang="fr-FR" noProof="0"/>
          </a:p>
        </p:txBody>
      </p:sp>
      <p:pic>
        <p:nvPicPr>
          <p:cNvPr id="4" name="Image 0" descr="(a) influence de la forme d'onde et du codage ; (b) influence des trajets multiples et du codage"/>
          <p:cNvPicPr>
            <a:picLocks noChangeAspect="1"/>
          </p:cNvPicPr>
          <p:nvPr/>
        </p:nvPicPr>
        <p:blipFill>
          <a:blip r:embed="rId3"/>
          <a:srcRect l="-1844" r="-1844"/>
          <a:stretch/>
        </p:blipFill>
        <p:spPr>
          <a:xfrm>
            <a:off x="1720850" y="1403455"/>
            <a:ext cx="8750300" cy="3423073"/>
          </a:xfrm>
          <a:prstGeom prst="rect">
            <a:avLst/>
          </a:prstGeom>
        </p:spPr>
      </p:pic>
      <p:sp>
        <p:nvSpPr>
          <p:cNvPr id="5" name="Shape 2"/>
          <p:cNvSpPr/>
          <p:nvPr/>
        </p:nvSpPr>
        <p:spPr>
          <a:xfrm>
            <a:off x="1717675" y="1400280"/>
            <a:ext cx="8756650" cy="3429423"/>
          </a:xfrm>
          <a:prstGeom prst="rect">
            <a:avLst/>
          </a:prstGeom>
          <a:noFill/>
          <a:ln w="6350">
            <a:solidFill>
              <a:srgbClr val="DDD8CC"/>
            </a:solidFill>
            <a:prstDash val="solid"/>
          </a:ln>
        </p:spPr>
        <p:txBody>
          <a:bodyPr/>
          <a:lstStyle/>
          <a:p>
            <a:endParaRPr lang="fr-FR" noProof="0"/>
          </a:p>
        </p:txBody>
      </p:sp>
      <p:sp>
        <p:nvSpPr>
          <p:cNvPr id="6" name="Text 3"/>
          <p:cNvSpPr/>
          <p:nvPr/>
        </p:nvSpPr>
        <p:spPr>
          <a:xfrm>
            <a:off x="812800" y="4985277"/>
            <a:ext cx="5337048" cy="472017"/>
          </a:xfrm>
          <a:prstGeom prst="rect">
            <a:avLst/>
          </a:prstGeom>
          <a:noFill/>
          <a:ln/>
        </p:spPr>
        <p:txBody>
          <a:bodyPr wrap="square" lIns="0" tIns="0" rIns="0" bIns="0" rtlCol="0" anchor="t">
            <a:normAutofit/>
          </a:bodyPr>
          <a:lstStyle/>
          <a:p>
            <a:pPr marL="0" indent="0" algn="l">
              <a:lnSpc>
                <a:spcPts val="1757"/>
              </a:lnSpc>
              <a:buNone/>
            </a:pPr>
            <a:r>
              <a:rPr lang="fr-FR" sz="1250" b="1" noProof="0">
                <a:solidFill>
                  <a:srgbClr val="5D6670"/>
                </a:solidFill>
                <a:latin typeface="IBM Plex Sans"/>
                <a:ea typeface="IBM Plex Sans" pitchFamily="34" charset="-122"/>
                <a:cs typeface="IBM Plex Sans" pitchFamily="34" charset="-120"/>
              </a:rPr>
              <a:t>(a)</a:t>
            </a:r>
            <a:r>
              <a:rPr lang="fr-FR" sz="1250" noProof="0">
                <a:solidFill>
                  <a:srgbClr val="5D6670"/>
                </a:solidFill>
                <a:latin typeface="IBM Plex Sans"/>
                <a:ea typeface="IBM Plex Sans" pitchFamily="34" charset="-122"/>
                <a:cs typeface="IBM Plex Sans" pitchFamily="34" charset="-120"/>
              </a:rPr>
              <a:t> NRZ et NRZT [-1, 1], RZ [0, 1], bruit blanc gaussien, trajet direct, 100 000 bits </a:t>
            </a:r>
            <a:r>
              <a:rPr lang="fr-FR" sz="1250">
                <a:solidFill>
                  <a:srgbClr val="5D6670"/>
                </a:solidFill>
                <a:latin typeface="IBM Plex Sans"/>
                <a:ea typeface="IBM Plex Sans" pitchFamily="34" charset="-122"/>
                <a:cs typeface="IBM Plex Sans" pitchFamily="34" charset="-120"/>
              </a:rPr>
              <a:t>.</a:t>
            </a:r>
            <a:endParaRPr lang="fr-FR" sz="1255" noProof="0"/>
          </a:p>
        </p:txBody>
      </p:sp>
      <p:sp>
        <p:nvSpPr>
          <p:cNvPr id="7" name="Text 4"/>
          <p:cNvSpPr/>
          <p:nvPr/>
        </p:nvSpPr>
        <p:spPr>
          <a:xfrm>
            <a:off x="6197600" y="4985277"/>
            <a:ext cx="5337048" cy="472017"/>
          </a:xfrm>
          <a:prstGeom prst="rect">
            <a:avLst/>
          </a:prstGeom>
          <a:noFill/>
          <a:ln/>
        </p:spPr>
        <p:txBody>
          <a:bodyPr wrap="square" lIns="0" tIns="0" rIns="0" bIns="0" rtlCol="0" anchor="t">
            <a:normAutofit/>
          </a:bodyPr>
          <a:lstStyle/>
          <a:p>
            <a:pPr marL="0" indent="0" algn="l">
              <a:lnSpc>
                <a:spcPts val="1757"/>
              </a:lnSpc>
              <a:buNone/>
            </a:pPr>
            <a:r>
              <a:rPr lang="fr-FR" sz="1250" b="1" noProof="0">
                <a:solidFill>
                  <a:srgbClr val="5D6670"/>
                </a:solidFill>
                <a:latin typeface="IBM Plex Sans"/>
                <a:ea typeface="IBM Plex Sans" pitchFamily="34" charset="-122"/>
                <a:cs typeface="IBM Plex Sans" pitchFamily="34" charset="-120"/>
              </a:rPr>
              <a:t>(b)</a:t>
            </a:r>
            <a:r>
              <a:rPr lang="fr-FR" sz="1250" noProof="0">
                <a:solidFill>
                  <a:srgbClr val="5D6670"/>
                </a:solidFill>
                <a:latin typeface="IBM Plex Sans"/>
                <a:ea typeface="IBM Plex Sans" pitchFamily="34" charset="-122"/>
                <a:cs typeface="IBM Plex Sans" pitchFamily="34" charset="-120"/>
              </a:rPr>
              <a:t> NRZ, bruit blanc gaussien, 100 000 bits</a:t>
            </a:r>
            <a:r>
              <a:rPr lang="fr-FR" sz="1250">
                <a:solidFill>
                  <a:srgbClr val="5D6670"/>
                </a:solidFill>
                <a:latin typeface="IBM Plex Sans"/>
                <a:ea typeface="IBM Plex Sans" pitchFamily="34" charset="-122"/>
                <a:cs typeface="IBM Plex Sans" pitchFamily="34" charset="-120"/>
              </a:rPr>
              <a:t>,</a:t>
            </a:r>
            <a:r>
              <a:rPr lang="fr-FR" sz="1250" noProof="0">
                <a:solidFill>
                  <a:srgbClr val="5D6670"/>
                </a:solidFill>
                <a:latin typeface="IBM Plex Sans"/>
                <a:ea typeface="IBM Plex Sans" pitchFamily="34" charset="-122"/>
                <a:cs typeface="IBM Plex Sans" pitchFamily="34" charset="-120"/>
              </a:rPr>
              <a:t> en violet un trajet supplémentaire (τ = 30, α = 0,35).</a:t>
            </a:r>
            <a:endParaRPr lang="fr-FR" sz="1250" noProof="0">
              <a:latin typeface="IBM Plex Sans"/>
            </a:endParaRPr>
          </a:p>
        </p:txBody>
      </p:sp>
      <p:sp>
        <p:nvSpPr>
          <p:cNvPr id="8" name="Text 5"/>
          <p:cNvSpPr/>
          <p:nvPr/>
        </p:nvSpPr>
        <p:spPr>
          <a:xfrm>
            <a:off x="812800" y="5584298"/>
            <a:ext cx="10883392" cy="283104"/>
          </a:xfrm>
          <a:prstGeom prst="rect">
            <a:avLst/>
          </a:prstGeom>
          <a:noFill/>
          <a:ln/>
        </p:spPr>
        <p:txBody>
          <a:bodyPr wrap="square" lIns="0" tIns="0" rIns="0" bIns="0" rtlCol="0" anchor="t">
            <a:normAutofit/>
          </a:bodyPr>
          <a:lstStyle/>
          <a:p>
            <a:pPr marL="0" indent="0" algn="l">
              <a:lnSpc>
                <a:spcPts val="2074"/>
              </a:lnSpc>
              <a:buNone/>
            </a:pPr>
            <a:r>
              <a:rPr lang="fr-FR" sz="1481" noProof="0">
                <a:latin typeface="IBM Plex Sans" pitchFamily="34" charset="0"/>
                <a:ea typeface="IBM Plex Sans" pitchFamily="34" charset="-122"/>
                <a:cs typeface="IBM Plex Sans" pitchFamily="34" charset="-120"/>
              </a:rPr>
              <a:t>Le codage abaisse le TEB, en trajet direct (a) comme avec un trajet multiple (b).</a:t>
            </a:r>
            <a:endParaRPr lang="fr-FR" sz="1481" noProof="0"/>
          </a:p>
        </p:txBody>
      </p:sp>
      <p:sp>
        <p:nvSpPr>
          <p:cNvPr id="9" name="Text 6"/>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Produit développé</a:t>
            </a:r>
            <a:endParaRPr lang="fr-FR" sz="1200" noProof="0"/>
          </a:p>
        </p:txBody>
      </p:sp>
      <p:sp>
        <p:nvSpPr>
          <p:cNvPr id="13" name="Text 2">
            <a:extLst>
              <a:ext uri="{FF2B5EF4-FFF2-40B4-BE49-F238E27FC236}">
                <a16:creationId xmlns:a16="http://schemas.microsoft.com/office/drawing/2014/main" id="{BE123DC5-344C-D9CF-1697-8CC36BBB0412}"/>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P</a:t>
            </a:r>
            <a:endParaRPr lang="fr-FR" sz="1800" noProof="0">
              <a:solidFill>
                <a:srgbClr val="C9D3DF"/>
              </a:solidFill>
            </a:endParaRPr>
          </a:p>
        </p:txBody>
      </p:sp>
      <p:sp>
        <p:nvSpPr>
          <p:cNvPr id="18" name="Text 13">
            <a:extLst>
              <a:ext uri="{FF2B5EF4-FFF2-40B4-BE49-F238E27FC236}">
                <a16:creationId xmlns:a16="http://schemas.microsoft.com/office/drawing/2014/main" id="{FAE15243-84D2-BBD9-FE0C-E6CEC2EBBD14}"/>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a:t>
            </a:r>
            <a:r>
              <a:rPr lang="fr-FR" sz="1200">
                <a:solidFill>
                  <a:srgbClr val="5D6670"/>
                </a:solidFill>
              </a:rPr>
              <a:t>11</a:t>
            </a:r>
            <a:r>
              <a:rPr lang="fr-FR" sz="1200" noProof="0">
                <a:solidFill>
                  <a:srgbClr val="5D6670"/>
                </a:solidFill>
              </a:rPr>
              <a:t>/19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C2CFFB-3090-5E89-FFB5-C18A5FD87C09}"/>
              </a:ext>
            </a:extLst>
          </p:cNvPr>
          <p:cNvSpPr>
            <a:spLocks noGrp="1"/>
          </p:cNvSpPr>
          <p:nvPr>
            <p:ph type="title"/>
          </p:nvPr>
        </p:nvSpPr>
        <p:spPr/>
        <p:txBody>
          <a:bodyPr/>
          <a:lstStyle/>
          <a:p>
            <a:endParaRPr lang="fr-FR"/>
          </a:p>
        </p:txBody>
      </p:sp>
      <p:sp>
        <p:nvSpPr>
          <p:cNvPr id="3" name="Espace réservé du texte 2">
            <a:extLst>
              <a:ext uri="{FF2B5EF4-FFF2-40B4-BE49-F238E27FC236}">
                <a16:creationId xmlns:a16="http://schemas.microsoft.com/office/drawing/2014/main" id="{A3E086FA-4D97-DB0C-E347-2013D6271337}"/>
              </a:ext>
            </a:extLst>
          </p:cNvPr>
          <p:cNvSpPr>
            <a:spLocks noGrp="1"/>
          </p:cNvSpPr>
          <p:nvPr>
            <p:ph type="body" idx="101"/>
          </p:nvPr>
        </p:nvSpPr>
        <p:spPr/>
        <p:txBody>
          <a:bodyPr/>
          <a:lstStyle/>
          <a:p>
            <a:endParaRPr lang="fr-FR"/>
          </a:p>
        </p:txBody>
      </p:sp>
      <p:pic>
        <p:nvPicPr>
          <p:cNvPr id="5" name="Picture 9">
            <a:extLst>
              <a:ext uri="{FF2B5EF4-FFF2-40B4-BE49-F238E27FC236}">
                <a16:creationId xmlns:a16="http://schemas.microsoft.com/office/drawing/2014/main" id="{68910884-283A-05EC-AA32-91103ACCDC93}"/>
              </a:ext>
            </a:extLst>
          </p:cNvPr>
          <p:cNvPicPr>
            <a:picLocks noChangeAspect="1"/>
          </p:cNvPicPr>
          <p:nvPr/>
        </p:nvPicPr>
        <p:blipFill>
          <a:blip r:embed="rId2"/>
          <a:stretch>
            <a:fillRect/>
          </a:stretch>
        </p:blipFill>
        <p:spPr>
          <a:xfrm>
            <a:off x="138326" y="-1"/>
            <a:ext cx="11956028" cy="6725265"/>
          </a:xfrm>
          <a:prstGeom prst="rect">
            <a:avLst/>
          </a:prstGeom>
        </p:spPr>
      </p:pic>
      <p:sp>
        <p:nvSpPr>
          <p:cNvPr id="7" name="Text 13">
            <a:extLst>
              <a:ext uri="{FF2B5EF4-FFF2-40B4-BE49-F238E27FC236}">
                <a16:creationId xmlns:a16="http://schemas.microsoft.com/office/drawing/2014/main" id="{B66BCFD7-07EC-6FF3-3F30-4AD98DAF6B3A}"/>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a:t>
            </a:r>
            <a:r>
              <a:rPr lang="fr-FR" sz="1200">
                <a:solidFill>
                  <a:srgbClr val="5D6670"/>
                </a:solidFill>
              </a:rPr>
              <a:t>12</a:t>
            </a:r>
            <a:r>
              <a:rPr lang="fr-FR" sz="1200" noProof="0">
                <a:solidFill>
                  <a:srgbClr val="5D6670"/>
                </a:solidFill>
              </a:rPr>
              <a:t>/19</a:t>
            </a:r>
          </a:p>
        </p:txBody>
      </p:sp>
      <p:sp>
        <p:nvSpPr>
          <p:cNvPr id="9" name="Text 2">
            <a:extLst>
              <a:ext uri="{FF2B5EF4-FFF2-40B4-BE49-F238E27FC236}">
                <a16:creationId xmlns:a16="http://schemas.microsoft.com/office/drawing/2014/main" id="{721B8926-8BE0-30AB-CE41-640D9392078F}"/>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P</a:t>
            </a:r>
            <a:endParaRPr lang="fr-FR" sz="1800" noProof="0">
              <a:solidFill>
                <a:srgbClr val="C9D3DF"/>
              </a:solidFill>
            </a:endParaRPr>
          </a:p>
        </p:txBody>
      </p:sp>
    </p:spTree>
    <p:extLst>
      <p:ext uri="{BB962C8B-B14F-4D97-AF65-F5344CB8AC3E}">
        <p14:creationId xmlns:p14="http://schemas.microsoft.com/office/powerpoint/2010/main" val="1639373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fr-FR" sz="3200" b="1" i="0" noProof="0">
                <a:solidFill>
                  <a:srgbClr val="17202A"/>
                </a:solidFill>
                <a:latin typeface="IBM Plex Sans" pitchFamily="34" charset="0"/>
                <a:ea typeface="IBM Plex Sans" pitchFamily="34" charset="-122"/>
                <a:cs typeface="IBM Plex Sans" pitchFamily="34" charset="-120"/>
              </a:rPr>
              <a:t>Environnement 1 : énergie minimale, sans codage</a:t>
            </a:r>
            <a:endParaRPr lang="fr-FR" sz="3200" noProof="0"/>
          </a:p>
        </p:txBody>
      </p:sp>
      <p:sp>
        <p:nvSpPr>
          <p:cNvPr id="3" name="Shape 1"/>
          <p:cNvSpPr/>
          <p:nvPr/>
        </p:nvSpPr>
        <p:spPr>
          <a:xfrm>
            <a:off x="815974" y="1466217"/>
            <a:ext cx="6791833" cy="2056130"/>
          </a:xfrm>
          <a:prstGeom prst="roundRect">
            <a:avLst>
              <a:gd name="adj" fmla="val 4787"/>
            </a:avLst>
          </a:prstGeom>
          <a:solidFill>
            <a:srgbClr val="FFFFFF"/>
          </a:solidFill>
          <a:ln w="6350">
            <a:solidFill>
              <a:srgbClr val="DDD8CC"/>
            </a:solidFill>
            <a:prstDash val="solid"/>
          </a:ln>
        </p:spPr>
        <p:txBody>
          <a:bodyPr/>
          <a:lstStyle/>
          <a:p>
            <a:endParaRPr lang="fr-FR" noProof="0"/>
          </a:p>
        </p:txBody>
      </p:sp>
      <p:sp>
        <p:nvSpPr>
          <p:cNvPr id="4" name="Text 2"/>
          <p:cNvSpPr/>
          <p:nvPr/>
        </p:nvSpPr>
        <p:spPr>
          <a:xfrm>
            <a:off x="1046480" y="1696721"/>
            <a:ext cx="4855667"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Cahier des charges</a:t>
            </a:r>
            <a:endParaRPr lang="fr-FR" sz="1800" noProof="0"/>
          </a:p>
        </p:txBody>
      </p:sp>
      <mc:AlternateContent xmlns:mc="http://schemas.openxmlformats.org/markup-compatibility/2006">
        <mc:Choice xmlns:a14="http://schemas.microsoft.com/office/drawing/2010/main" Requires="a14">
          <p:sp>
            <p:nvSpPr>
              <p:cNvPr id="5" name="Text 3"/>
              <p:cNvSpPr/>
              <p:nvPr/>
            </p:nvSpPr>
            <p:spPr>
              <a:xfrm>
                <a:off x="1124712" y="2047242"/>
                <a:ext cx="4769815" cy="1381758"/>
              </a:xfrm>
              <a:prstGeom prst="rect">
                <a:avLst/>
              </a:prstGeom>
              <a:noFill/>
              <a:ln/>
            </p:spPr>
            <p:txBody>
              <a:bodyPr wrap="square" lIns="0" tIns="0" rIns="0" bIns="0" rtlCol="0" anchor="t">
                <a:normAutofit/>
              </a:bodyPr>
              <a:lstStyle/>
              <a:p>
                <a:pPr marL="175768" indent="-175768" algn="l">
                  <a:lnSpc>
                    <a:spcPts val="1960"/>
                  </a:lnSpc>
                  <a:buSzPct val="100000"/>
                  <a:buChar char="•"/>
                </a:pPr>
                <a:r>
                  <a:rPr lang="fr-FR" sz="1400" noProof="0">
                    <a:solidFill>
                      <a:srgbClr val="17202A"/>
                    </a:solidFill>
                    <a:latin typeface="IBM Plex Sans" pitchFamily="34" charset="0"/>
                    <a:ea typeface="IBM Plex Sans" pitchFamily="34" charset="-122"/>
                    <a:cs typeface="IBM Plex Sans" pitchFamily="34" charset="-120"/>
                  </a:rPr>
                  <a:t>Canal à bruit blanc gaussien</a:t>
                </a:r>
                <a:endParaRPr lang="fr-FR" sz="1400" noProof="0"/>
              </a:p>
              <a:p>
                <a:pPr marL="175768" indent="-175768" algn="l">
                  <a:lnSpc>
                    <a:spcPts val="1960"/>
                  </a:lnSpc>
                  <a:buSzPct val="100000"/>
                  <a:buChar char="•"/>
                </a:pPr>
                <a:r>
                  <a:rPr lang="fr-FR" sz="1400" noProof="0">
                    <a:solidFill>
                      <a:srgbClr val="17202A"/>
                    </a:solidFill>
                    <a:latin typeface="IBM Plex Sans" pitchFamily="34" charset="0"/>
                    <a:ea typeface="IBM Plex Sans" pitchFamily="34" charset="-122"/>
                    <a:cs typeface="IBM Plex Sans" pitchFamily="34" charset="-120"/>
                  </a:rPr>
                  <a:t>Objectif : TEB </a:t>
                </a:r>
                <a14:m>
                  <m:oMath xmlns:m="http://schemas.openxmlformats.org/officeDocument/2006/math">
                    <m:r>
                      <a:rPr lang="fr-FR" sz="1400" b="0" i="1" noProof="0" smtClean="0">
                        <a:solidFill>
                          <a:srgbClr val="17202A"/>
                        </a:solidFill>
                        <a:latin typeface="Cambria Math" panose="02040503050406030204" pitchFamily="18" charset="0"/>
                        <a:ea typeface="IBM Plex Sans" pitchFamily="34" charset="-122"/>
                        <a:cs typeface="IBM Plex Sans" pitchFamily="34" charset="-120"/>
                      </a:rPr>
                      <m:t>≤</m:t>
                    </m:r>
                  </m:oMath>
                </a14:m>
                <a:r>
                  <a:rPr lang="fr-FR" sz="1400" noProof="0">
                    <a:solidFill>
                      <a:srgbClr val="17202A"/>
                    </a:solidFill>
                    <a:latin typeface="IBM Plex Sans" pitchFamily="34" charset="0"/>
                    <a:ea typeface="IBM Plex Sans" pitchFamily="34" charset="-122"/>
                    <a:cs typeface="IBM Plex Sans" pitchFamily="34" charset="-120"/>
                  </a:rPr>
                  <a:t> 10⁻³</a:t>
                </a:r>
                <a:endParaRPr lang="fr-FR" sz="1400" noProof="0"/>
              </a:p>
              <a:p>
                <a:pPr marL="175768" indent="-175768" algn="l">
                  <a:lnSpc>
                    <a:spcPct val="100000"/>
                  </a:lnSpc>
                  <a:buSzPct val="100000"/>
                  <a:buChar char="•"/>
                </a:pPr>
                <a:r>
                  <a:rPr lang="fr-FR" sz="1400" noProof="0">
                    <a:solidFill>
                      <a:srgbClr val="17202A"/>
                    </a:solidFill>
                    <a:latin typeface="IBM Plex Sans" pitchFamily="34" charset="0"/>
                    <a:ea typeface="IBM Plex Sans" pitchFamily="34" charset="-122"/>
                    <a:cs typeface="IBM Plex Sans" pitchFamily="34" charset="-120"/>
                  </a:rPr>
                  <a:t>N0 = −80 dBm/Hz </a:t>
                </a:r>
                <a:r>
                  <a:rPr lang="fr-FR" sz="1400"/>
                  <a:t>(</a:t>
                </a:r>
                <a14:m>
                  <m:oMath xmlns:m="http://schemas.openxmlformats.org/officeDocument/2006/math">
                    <m:sSup>
                      <m:sSupPr>
                        <m:ctrlPr>
                          <a:rPr lang="fr-FR" sz="1400">
                            <a:latin typeface="Cambria Math" panose="02040503050406030204" pitchFamily="18" charset="0"/>
                          </a:rPr>
                        </m:ctrlPr>
                      </m:sSupPr>
                      <m:e>
                        <m:r>
                          <a:rPr lang="fr-FR" sz="1400">
                            <a:latin typeface="Cambria Math" panose="02040503050406030204" pitchFamily="18" charset="0"/>
                          </a:rPr>
                          <m:t>10</m:t>
                        </m:r>
                      </m:e>
                      <m:sup>
                        <m:r>
                          <a:rPr lang="fr-FR" sz="1400" i="0">
                            <a:latin typeface="Cambria Math" panose="02040503050406030204" pitchFamily="18" charset="0"/>
                          </a:rPr>
                          <m:t>−11</m:t>
                        </m:r>
                      </m:sup>
                    </m:sSup>
                    <m:r>
                      <m:rPr>
                        <m:nor/>
                      </m:rPr>
                      <a:rPr lang="fr-FR" sz="1400" i="0">
                        <a:latin typeface="Cambria Math" panose="02040503050406030204" pitchFamily="18" charset="0"/>
                      </a:rPr>
                      <m:t> W/Hz</m:t>
                    </m:r>
                  </m:oMath>
                </a14:m>
                <a:r>
                  <a:rPr lang="fr-FR" sz="1400"/>
                  <a:t>)</a:t>
                </a:r>
                <a:r>
                  <a:rPr lang="fr-FR" sz="1400">
                    <a:solidFill>
                      <a:srgbClr val="17202A"/>
                    </a:solidFill>
                    <a:latin typeface="IBM Plex Sans" pitchFamily="34" charset="0"/>
                  </a:rPr>
                  <a:t>,</a:t>
                </a:r>
              </a:p>
              <a:p>
                <a:pPr marL="175768" indent="-175768" algn="l">
                  <a:lnSpc>
                    <a:spcPct val="100000"/>
                  </a:lnSpc>
                  <a:buSzPct val="100000"/>
                  <a:buChar char="•"/>
                </a:pPr>
                <a:r>
                  <a:rPr lang="fr-FR" sz="1400" noProof="0">
                    <a:solidFill>
                      <a:srgbClr val="17202A"/>
                    </a:solidFill>
                    <a:latin typeface="IBM Plex Sans" pitchFamily="34" charset="0"/>
                    <a:ea typeface="IBM Plex Sans" pitchFamily="34" charset="-122"/>
                    <a:cs typeface="IBM Plex Sans" pitchFamily="34" charset="-120"/>
                  </a:rPr>
                  <a:t>Atténuation linéique de 40 dB</a:t>
                </a:r>
                <a:endParaRPr lang="fr-FR" sz="1400" noProof="0"/>
              </a:p>
              <a:p>
                <a:pPr marL="175768" indent="-175768" algn="l">
                  <a:lnSpc>
                    <a:spcPts val="1960"/>
                  </a:lnSpc>
                  <a:buSzPct val="100000"/>
                  <a:buChar char="•"/>
                </a:pPr>
                <a:r>
                  <a:rPr lang="fr-FR" sz="1400" noProof="0">
                    <a:solidFill>
                      <a:srgbClr val="17202A"/>
                    </a:solidFill>
                    <a:latin typeface="IBM Plex Sans" pitchFamily="34" charset="0"/>
                    <a:ea typeface="IBM Plex Sans" pitchFamily="34" charset="-122"/>
                    <a:cs typeface="IBM Plex Sans" pitchFamily="34" charset="-120"/>
                  </a:rPr>
                  <a:t>Batterie de 3 J, 10⁶ bits utiles par jour</a:t>
                </a:r>
                <a:endParaRPr lang="fr-FR" sz="1400" noProof="0"/>
              </a:p>
            </p:txBody>
          </p:sp>
        </mc:Choice>
        <mc:Fallback>
          <p:sp>
            <p:nvSpPr>
              <p:cNvPr id="5" name="Text 3"/>
              <p:cNvSpPr>
                <a:spLocks noRot="1" noChangeAspect="1" noMove="1" noResize="1" noEditPoints="1" noAdjustHandles="1" noChangeArrowheads="1" noChangeShapeType="1" noTextEdit="1"/>
              </p:cNvSpPr>
              <p:nvPr/>
            </p:nvSpPr>
            <p:spPr>
              <a:xfrm>
                <a:off x="1124712" y="2047242"/>
                <a:ext cx="4769815" cy="1381758"/>
              </a:xfrm>
              <a:prstGeom prst="rect">
                <a:avLst/>
              </a:prstGeom>
              <a:blipFill>
                <a:blip r:embed="rId3"/>
                <a:stretch>
                  <a:fillRect l="-2558" t="-3965"/>
                </a:stretch>
              </a:blipFill>
              <a:ln/>
            </p:spPr>
            <p:txBody>
              <a:bodyPr/>
              <a:lstStyle/>
              <a:p>
                <a:r>
                  <a:rPr lang="fr-FR">
                    <a:noFill/>
                  </a:rPr>
                  <a:t> </a:t>
                </a:r>
              </a:p>
            </p:txBody>
          </p:sp>
        </mc:Fallback>
      </mc:AlternateContent>
      <p:sp>
        <p:nvSpPr>
          <p:cNvPr id="9" name="Shape 7"/>
          <p:cNvSpPr/>
          <p:nvPr/>
        </p:nvSpPr>
        <p:spPr>
          <a:xfrm>
            <a:off x="812800" y="3728720"/>
            <a:ext cx="6795008" cy="2296159"/>
          </a:xfrm>
          <a:prstGeom prst="roundRect">
            <a:avLst>
              <a:gd name="adj" fmla="val 7782"/>
            </a:avLst>
          </a:prstGeom>
          <a:solidFill>
            <a:srgbClr val="14202E"/>
          </a:solidFill>
          <a:ln/>
        </p:spPr>
        <p:txBody>
          <a:bodyPr/>
          <a:lstStyle/>
          <a:p>
            <a:endParaRPr lang="fr-FR" noProof="0"/>
          </a:p>
        </p:txBody>
      </p:sp>
      <p:sp>
        <p:nvSpPr>
          <p:cNvPr id="10" name="Text 8"/>
          <p:cNvSpPr/>
          <p:nvPr/>
        </p:nvSpPr>
        <p:spPr>
          <a:xfrm>
            <a:off x="1041399" y="3957321"/>
            <a:ext cx="4949825"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F0A24A"/>
                </a:solidFill>
                <a:latin typeface="IBM Plex Sans" pitchFamily="34" charset="0"/>
                <a:ea typeface="IBM Plex Sans" pitchFamily="34" charset="-122"/>
                <a:cs typeface="IBM Plex Sans" pitchFamily="34" charset="-120"/>
              </a:rPr>
              <a:t>Solution proposée et autonomie de la batterie</a:t>
            </a:r>
            <a:endParaRPr lang="fr-FR" sz="1800" noProof="0"/>
          </a:p>
        </p:txBody>
      </p:sp>
      <mc:AlternateContent xmlns:mc="http://schemas.openxmlformats.org/markup-compatibility/2006">
        <mc:Choice xmlns:a14="http://schemas.microsoft.com/office/drawing/2010/main" Requires="a14">
          <p:sp>
            <p:nvSpPr>
              <p:cNvPr id="11" name="Text 9"/>
              <p:cNvSpPr/>
              <p:nvPr/>
            </p:nvSpPr>
            <p:spPr>
              <a:xfrm>
                <a:off x="1041399" y="4307842"/>
                <a:ext cx="6493258" cy="1737358"/>
              </a:xfrm>
              <a:prstGeom prst="rect">
                <a:avLst/>
              </a:prstGeom>
              <a:noFill/>
              <a:ln/>
            </p:spPr>
            <p:txBody>
              <a:bodyPr wrap="square" lIns="0" tIns="0" rIns="0" bIns="0" rtlCol="0" anchor="t">
                <a:normAutofit/>
              </a:bodyPr>
              <a:lstStyle/>
              <a:p>
                <a:pPr marL="0" indent="0" algn="l">
                  <a:lnSpc>
                    <a:spcPts val="1960"/>
                  </a:lnSpc>
                  <a:buNone/>
                </a:pPr>
                <a:r>
                  <a:rPr lang="fr-FR" sz="1400" dirty="0">
                    <a:solidFill>
                      <a:srgbClr val="F4F1EA"/>
                    </a:solidFill>
                    <a:latin typeface="IBM Plex Sans" pitchFamily="34" charset="0"/>
                    <a:ea typeface="IBM Plex Sans" pitchFamily="34" charset="-122"/>
                    <a:cs typeface="IBM Plex Sans" pitchFamily="34" charset="-120"/>
                  </a:rPr>
                  <a:t>Signal NRZ, amplitude [-1V; +1V]</a:t>
                </a:r>
              </a:p>
              <a:p>
                <a:pPr marL="0" indent="0" algn="l">
                  <a:lnSpc>
                    <a:spcPts val="1960"/>
                  </a:lnSpc>
                  <a:buNone/>
                </a:pPr>
                <a:r>
                  <a:rPr lang="fr-FR" sz="1400" dirty="0" err="1">
                    <a:solidFill>
                      <a:srgbClr val="F4F1EA"/>
                    </a:solidFill>
                    <a:latin typeface="IBM Plex Sans" pitchFamily="34" charset="0"/>
                    <a:ea typeface="IBM Plex Sans" pitchFamily="34" charset="-122"/>
                    <a:cs typeface="IBM Plex Sans" pitchFamily="34" charset="-120"/>
                  </a:rPr>
                  <a:t>SNRpb</a:t>
                </a:r>
                <a:r>
                  <a:rPr lang="fr-FR" sz="1400" dirty="0">
                    <a:solidFill>
                      <a:srgbClr val="F4F1EA"/>
                    </a:solidFill>
                    <a:latin typeface="IBM Plex Sans" pitchFamily="34" charset="0"/>
                    <a:ea typeface="IBM Plex Sans" pitchFamily="34" charset="-122"/>
                    <a:cs typeface="IBM Plex Sans" pitchFamily="34" charset="-120"/>
                  </a:rPr>
                  <a:t> (</a:t>
                </a:r>
                <a:r>
                  <a:rPr lang="fr-FR" sz="1400" dirty="0" err="1">
                    <a:solidFill>
                      <a:srgbClr val="F4F1EA"/>
                    </a:solidFill>
                    <a:latin typeface="IBM Plex Sans" pitchFamily="34" charset="0"/>
                    <a:ea typeface="IBM Plex Sans" pitchFamily="34" charset="-122"/>
                    <a:cs typeface="IBM Plex Sans" pitchFamily="34" charset="-120"/>
                  </a:rPr>
                  <a:t>Eb</a:t>
                </a:r>
                <a:r>
                  <a:rPr lang="fr-FR" sz="1400" dirty="0">
                    <a:solidFill>
                      <a:srgbClr val="F4F1EA"/>
                    </a:solidFill>
                    <a:latin typeface="IBM Plex Sans" pitchFamily="34" charset="0"/>
                    <a:ea typeface="IBM Plex Sans" pitchFamily="34" charset="-122"/>
                    <a:cs typeface="IBM Plex Sans" pitchFamily="34" charset="-120"/>
                  </a:rPr>
                  <a:t>/N0) = 6,8dB (4,786 en linéaire)</a:t>
                </a:r>
              </a:p>
              <a:p>
                <a:pPr marL="0" indent="0" algn="l">
                  <a:lnSpc>
                    <a:spcPts val="1960"/>
                  </a:lnSpc>
                  <a:buNone/>
                </a:pPr>
                <a:r>
                  <a:rPr lang="fr-FR" sz="1400" dirty="0">
                    <a:solidFill>
                      <a:srgbClr val="F4F1EA"/>
                    </a:solidFill>
                  </a:rPr>
                  <a:t>Energie bin. reçue : </a:t>
                </a:r>
                <a14:m>
                  <m:oMath xmlns:m="http://schemas.openxmlformats.org/officeDocument/2006/math">
                    <m:sSub>
                      <m:sSubPr>
                        <m:ctrlPr>
                          <a:rPr lang="fr-FR" sz="1400" i="1" smtClean="0">
                            <a:solidFill>
                              <a:srgbClr val="F4F1EA"/>
                            </a:solidFill>
                            <a:latin typeface="Cambria Math" panose="02040503050406030204" pitchFamily="18" charset="0"/>
                          </a:rPr>
                        </m:ctrlPr>
                      </m:sSubPr>
                      <m:e>
                        <m:r>
                          <a:rPr lang="fr-FR" sz="1400" i="1" smtClean="0">
                            <a:solidFill>
                              <a:srgbClr val="F4F1EA"/>
                            </a:solidFill>
                            <a:latin typeface="Cambria Math" panose="02040503050406030204" pitchFamily="18" charset="0"/>
                          </a:rPr>
                          <m:t>𝐸</m:t>
                        </m:r>
                      </m:e>
                      <m:sub>
                        <m:r>
                          <a:rPr lang="fr-FR" sz="1400" i="1" smtClean="0">
                            <a:solidFill>
                              <a:srgbClr val="F4F1EA"/>
                            </a:solidFill>
                            <a:latin typeface="Cambria Math" panose="02040503050406030204" pitchFamily="18" charset="0"/>
                          </a:rPr>
                          <m:t>𝑏</m:t>
                        </m:r>
                        <m:r>
                          <a:rPr lang="fr-FR" sz="1400" i="0" smtClean="0">
                            <a:solidFill>
                              <a:srgbClr val="F4F1EA"/>
                            </a:solidFill>
                            <a:latin typeface="Cambria Math" panose="02040503050406030204" pitchFamily="18" charset="0"/>
                          </a:rPr>
                          <m:t>,</m:t>
                        </m:r>
                        <m:r>
                          <m:rPr>
                            <m:nor/>
                          </m:rPr>
                          <a:rPr lang="fr-FR" sz="1400" i="0" smtClean="0">
                            <a:solidFill>
                              <a:srgbClr val="F4F1EA"/>
                            </a:solidFill>
                            <a:latin typeface="Cambria Math" panose="02040503050406030204" pitchFamily="18" charset="0"/>
                          </a:rPr>
                          <m:t>rec</m:t>
                        </m:r>
                      </m:sub>
                    </m:sSub>
                    <m:r>
                      <a:rPr lang="fr-FR" sz="1400" i="0" smtClean="0">
                        <a:solidFill>
                          <a:srgbClr val="F4F1EA"/>
                        </a:solidFill>
                        <a:latin typeface="Cambria Math" panose="02040503050406030204" pitchFamily="18" charset="0"/>
                      </a:rPr>
                      <m:t>=</m:t>
                    </m:r>
                    <m:sSub>
                      <m:sSubPr>
                        <m:ctrlPr>
                          <a:rPr lang="fr-FR" sz="1400" i="1" smtClean="0">
                            <a:solidFill>
                              <a:srgbClr val="F4F1EA"/>
                            </a:solidFill>
                            <a:latin typeface="Cambria Math" panose="02040503050406030204" pitchFamily="18" charset="0"/>
                          </a:rPr>
                        </m:ctrlPr>
                      </m:sSubPr>
                      <m:e>
                        <m:r>
                          <a:rPr lang="fr-FR" sz="1400" i="1" smtClean="0">
                            <a:solidFill>
                              <a:srgbClr val="F4F1EA"/>
                            </a:solidFill>
                            <a:latin typeface="Cambria Math" panose="02040503050406030204" pitchFamily="18" charset="0"/>
                          </a:rPr>
                          <m:t>𝑁</m:t>
                        </m:r>
                      </m:e>
                      <m:sub>
                        <m:r>
                          <a:rPr lang="fr-FR" sz="1400" i="0" smtClean="0">
                            <a:solidFill>
                              <a:srgbClr val="F4F1EA"/>
                            </a:solidFill>
                            <a:latin typeface="Cambria Math" panose="02040503050406030204" pitchFamily="18" charset="0"/>
                          </a:rPr>
                          <m:t>0</m:t>
                        </m:r>
                      </m:sub>
                    </m:sSub>
                    <m:r>
                      <a:rPr lang="fr-FR" sz="1400" i="0" smtClean="0">
                        <a:solidFill>
                          <a:srgbClr val="F4F1EA"/>
                        </a:solidFill>
                        <a:latin typeface="Cambria Math" panose="02040503050406030204" pitchFamily="18" charset="0"/>
                      </a:rPr>
                      <m:t>×</m:t>
                    </m:r>
                    <m:sSup>
                      <m:sSupPr>
                        <m:ctrlPr>
                          <a:rPr lang="fr-FR" sz="1400" i="0" smtClean="0">
                            <a:solidFill>
                              <a:srgbClr val="F4F1EA"/>
                            </a:solidFill>
                            <a:latin typeface="Cambria Math" panose="02040503050406030204" pitchFamily="18" charset="0"/>
                          </a:rPr>
                        </m:ctrlPr>
                      </m:sSupPr>
                      <m:e>
                        <m:r>
                          <a:rPr lang="fr-FR" sz="1400" i="0" smtClean="0">
                            <a:solidFill>
                              <a:srgbClr val="F4F1EA"/>
                            </a:solidFill>
                            <a:latin typeface="Cambria Math" panose="02040503050406030204" pitchFamily="18" charset="0"/>
                          </a:rPr>
                          <m:t>10</m:t>
                        </m:r>
                      </m:e>
                      <m:sup>
                        <m:r>
                          <a:rPr lang="fr-FR" sz="1400" i="0" smtClean="0">
                            <a:solidFill>
                              <a:srgbClr val="F4F1EA"/>
                            </a:solidFill>
                            <a:latin typeface="Cambria Math" panose="02040503050406030204" pitchFamily="18" charset="0"/>
                          </a:rPr>
                          <m:t>0,68</m:t>
                        </m:r>
                      </m:sup>
                    </m:sSup>
                    <m:r>
                      <a:rPr lang="fr-FR" sz="1400" i="0" smtClean="0">
                        <a:solidFill>
                          <a:srgbClr val="F4F1EA"/>
                        </a:solidFill>
                        <a:latin typeface="Cambria Math" panose="02040503050406030204" pitchFamily="18" charset="0"/>
                      </a:rPr>
                      <m:t>=</m:t>
                    </m:r>
                    <m:sSup>
                      <m:sSupPr>
                        <m:ctrlPr>
                          <a:rPr lang="fr-FR" sz="1400" i="0" smtClean="0">
                            <a:solidFill>
                              <a:srgbClr val="F4F1EA"/>
                            </a:solidFill>
                            <a:latin typeface="Cambria Math" panose="02040503050406030204" pitchFamily="18" charset="0"/>
                          </a:rPr>
                        </m:ctrlPr>
                      </m:sSupPr>
                      <m:e>
                        <m:r>
                          <a:rPr lang="fr-FR" sz="1400" i="0" smtClean="0">
                            <a:solidFill>
                              <a:srgbClr val="F4F1EA"/>
                            </a:solidFill>
                            <a:latin typeface="Cambria Math" panose="02040503050406030204" pitchFamily="18" charset="0"/>
                          </a:rPr>
                          <m:t>10</m:t>
                        </m:r>
                      </m:e>
                      <m:sup>
                        <m:r>
                          <a:rPr lang="fr-FR" sz="1400" i="0" smtClean="0">
                            <a:solidFill>
                              <a:srgbClr val="F4F1EA"/>
                            </a:solidFill>
                            <a:latin typeface="Cambria Math" panose="02040503050406030204" pitchFamily="18" charset="0"/>
                          </a:rPr>
                          <m:t>−11</m:t>
                        </m:r>
                      </m:sup>
                    </m:sSup>
                    <m:r>
                      <a:rPr lang="fr-FR" sz="1400" i="0" smtClean="0">
                        <a:solidFill>
                          <a:srgbClr val="F4F1EA"/>
                        </a:solidFill>
                        <a:latin typeface="Cambria Math" panose="02040503050406030204" pitchFamily="18" charset="0"/>
                      </a:rPr>
                      <m:t>×4,786≈</m:t>
                    </m:r>
                    <m:r>
                      <a:rPr lang="fr-FR" sz="1400" b="1" i="0" smtClean="0">
                        <a:solidFill>
                          <a:srgbClr val="F4F1EA"/>
                        </a:solidFill>
                        <a:latin typeface="Cambria Math" panose="02040503050406030204" pitchFamily="18" charset="0"/>
                      </a:rPr>
                      <m:t>𝟒</m:t>
                    </m:r>
                    <m:r>
                      <a:rPr lang="fr-FR" sz="1400" b="0" i="0" smtClean="0">
                        <a:solidFill>
                          <a:srgbClr val="F4F1EA"/>
                        </a:solidFill>
                        <a:latin typeface="Cambria Math" panose="02040503050406030204" pitchFamily="18" charset="0"/>
                      </a:rPr>
                      <m:t>,</m:t>
                    </m:r>
                    <m:r>
                      <a:rPr lang="fr-FR" sz="1400" b="1" i="0" smtClean="0">
                        <a:solidFill>
                          <a:srgbClr val="F4F1EA"/>
                        </a:solidFill>
                        <a:latin typeface="Cambria Math" panose="02040503050406030204" pitchFamily="18" charset="0"/>
                      </a:rPr>
                      <m:t>𝟕𝟗</m:t>
                    </m:r>
                    <m:r>
                      <a:rPr lang="fr-FR" sz="1400" b="0" i="0" smtClean="0">
                        <a:solidFill>
                          <a:srgbClr val="F4F1EA"/>
                        </a:solidFill>
                        <a:latin typeface="Cambria Math" panose="02040503050406030204" pitchFamily="18" charset="0"/>
                      </a:rPr>
                      <m:t>×</m:t>
                    </m:r>
                    <m:sSup>
                      <m:sSupPr>
                        <m:ctrlPr>
                          <a:rPr lang="fr-FR" sz="1400" b="1" i="0" smtClean="0">
                            <a:solidFill>
                              <a:srgbClr val="F4F1EA"/>
                            </a:solidFill>
                            <a:latin typeface="Cambria Math" panose="02040503050406030204" pitchFamily="18" charset="0"/>
                          </a:rPr>
                        </m:ctrlPr>
                      </m:sSupPr>
                      <m:e>
                        <m:r>
                          <a:rPr lang="fr-FR" sz="1400" b="1" i="0" smtClean="0">
                            <a:solidFill>
                              <a:srgbClr val="F4F1EA"/>
                            </a:solidFill>
                            <a:latin typeface="Cambria Math" panose="02040503050406030204" pitchFamily="18" charset="0"/>
                          </a:rPr>
                          <m:t>𝟏𝟎</m:t>
                        </m:r>
                      </m:e>
                      <m:sup>
                        <m:r>
                          <a:rPr lang="fr-FR" sz="1400" b="0" i="0" smtClean="0">
                            <a:solidFill>
                              <a:srgbClr val="F4F1EA"/>
                            </a:solidFill>
                            <a:latin typeface="Cambria Math" panose="02040503050406030204" pitchFamily="18" charset="0"/>
                          </a:rPr>
                          <m:t>−</m:t>
                        </m:r>
                        <m:r>
                          <a:rPr lang="fr-FR" sz="1400" b="1" i="0" smtClean="0">
                            <a:solidFill>
                              <a:srgbClr val="F4F1EA"/>
                            </a:solidFill>
                            <a:latin typeface="Cambria Math" panose="02040503050406030204" pitchFamily="18" charset="0"/>
                          </a:rPr>
                          <m:t>𝟏𝟏</m:t>
                        </m:r>
                      </m:sup>
                    </m:sSup>
                    <m:r>
                      <m:rPr>
                        <m:nor/>
                      </m:rPr>
                      <a:rPr lang="fr-FR" sz="1400" b="0" i="0" smtClean="0">
                        <a:solidFill>
                          <a:srgbClr val="F4F1EA"/>
                        </a:solidFill>
                        <a:latin typeface="Cambria Math" panose="02040503050406030204" pitchFamily="18" charset="0"/>
                      </a:rPr>
                      <m:t> J/bit</m:t>
                    </m:r>
                  </m:oMath>
                </a14:m>
                <a:endParaRPr lang="fr-FR" sz="1400" dirty="0">
                  <a:solidFill>
                    <a:srgbClr val="F4F1EA"/>
                  </a:solidFill>
                  <a:latin typeface="IBM Plex Sans" pitchFamily="34" charset="0"/>
                  <a:ea typeface="IBM Plex Sans" pitchFamily="34" charset="-122"/>
                  <a:cs typeface="IBM Plex Sans" pitchFamily="34" charset="-120"/>
                </a:endParaRPr>
              </a:p>
              <a:p>
                <a:pPr>
                  <a:lnSpc>
                    <a:spcPts val="1960"/>
                  </a:lnSpc>
                </a:pPr>
                <a:r>
                  <a:rPr lang="fr-FR" sz="1400" dirty="0">
                    <a:solidFill>
                      <a:srgbClr val="F4F1EA"/>
                    </a:solidFill>
                  </a:rPr>
                  <a:t>Energie bin. émise : </a:t>
                </a:r>
                <a14:m>
                  <m:oMath xmlns:m="http://schemas.openxmlformats.org/officeDocument/2006/math">
                    <m:sSub>
                      <m:sSubPr>
                        <m:ctrlPr>
                          <a:rPr lang="fr-FR" sz="1400" i="1" smtClean="0">
                            <a:solidFill>
                              <a:srgbClr val="F4F1EA"/>
                            </a:solidFill>
                            <a:latin typeface="Cambria Math" panose="02040503050406030204" pitchFamily="18" charset="0"/>
                          </a:rPr>
                        </m:ctrlPr>
                      </m:sSubPr>
                      <m:e>
                        <m:r>
                          <a:rPr lang="fr-FR" sz="1400" i="1" smtClean="0">
                            <a:solidFill>
                              <a:srgbClr val="F4F1EA"/>
                            </a:solidFill>
                            <a:latin typeface="Cambria Math" panose="02040503050406030204" pitchFamily="18" charset="0"/>
                          </a:rPr>
                          <m:t>𝐸</m:t>
                        </m:r>
                      </m:e>
                      <m:sub>
                        <m:r>
                          <a:rPr lang="fr-FR" sz="1400" i="1" smtClean="0">
                            <a:solidFill>
                              <a:srgbClr val="F4F1EA"/>
                            </a:solidFill>
                            <a:latin typeface="Cambria Math" panose="02040503050406030204" pitchFamily="18" charset="0"/>
                          </a:rPr>
                          <m:t>𝑏</m:t>
                        </m:r>
                        <m:r>
                          <a:rPr lang="fr-FR" sz="1400" i="0" smtClean="0">
                            <a:solidFill>
                              <a:srgbClr val="F4F1EA"/>
                            </a:solidFill>
                            <a:latin typeface="Cambria Math" panose="02040503050406030204" pitchFamily="18" charset="0"/>
                          </a:rPr>
                          <m:t>,</m:t>
                        </m:r>
                        <m:r>
                          <m:rPr>
                            <m:nor/>
                          </m:rPr>
                          <a:rPr lang="fr-FR" sz="1400" i="0" smtClean="0">
                            <a:solidFill>
                              <a:srgbClr val="F4F1EA"/>
                            </a:solidFill>
                            <a:latin typeface="Cambria Math" panose="02040503050406030204" pitchFamily="18" charset="0"/>
                          </a:rPr>
                          <m:t>émis</m:t>
                        </m:r>
                      </m:sub>
                    </m:sSub>
                    <m:r>
                      <a:rPr lang="fr-FR" sz="1400" i="0" smtClean="0">
                        <a:solidFill>
                          <a:srgbClr val="F4F1EA"/>
                        </a:solidFill>
                        <a:latin typeface="Cambria Math" panose="02040503050406030204" pitchFamily="18" charset="0"/>
                      </a:rPr>
                      <m:t>=4,79×</m:t>
                    </m:r>
                    <m:sSup>
                      <m:sSupPr>
                        <m:ctrlPr>
                          <a:rPr lang="fr-FR" sz="1400" i="0" smtClean="0">
                            <a:solidFill>
                              <a:srgbClr val="F4F1EA"/>
                            </a:solidFill>
                            <a:latin typeface="Cambria Math" panose="02040503050406030204" pitchFamily="18" charset="0"/>
                          </a:rPr>
                        </m:ctrlPr>
                      </m:sSupPr>
                      <m:e>
                        <m:r>
                          <a:rPr lang="fr-FR" sz="1400" i="0" smtClean="0">
                            <a:solidFill>
                              <a:srgbClr val="F4F1EA"/>
                            </a:solidFill>
                            <a:latin typeface="Cambria Math" panose="02040503050406030204" pitchFamily="18" charset="0"/>
                          </a:rPr>
                          <m:t>10</m:t>
                        </m:r>
                      </m:e>
                      <m:sup>
                        <m:r>
                          <a:rPr lang="fr-FR" sz="1400" i="0" smtClean="0">
                            <a:solidFill>
                              <a:srgbClr val="F4F1EA"/>
                            </a:solidFill>
                            <a:latin typeface="Cambria Math" panose="02040503050406030204" pitchFamily="18" charset="0"/>
                          </a:rPr>
                          <m:t>−11</m:t>
                        </m:r>
                      </m:sup>
                    </m:sSup>
                    <m:r>
                      <a:rPr lang="fr-FR" sz="1400" i="0" smtClean="0">
                        <a:solidFill>
                          <a:srgbClr val="F4F1EA"/>
                        </a:solidFill>
                        <a:latin typeface="Cambria Math" panose="02040503050406030204" pitchFamily="18" charset="0"/>
                      </a:rPr>
                      <m:t>×</m:t>
                    </m:r>
                    <m:sSup>
                      <m:sSupPr>
                        <m:ctrlPr>
                          <a:rPr lang="fr-FR" sz="1400" i="0" smtClean="0">
                            <a:solidFill>
                              <a:srgbClr val="F4F1EA"/>
                            </a:solidFill>
                            <a:latin typeface="Cambria Math" panose="02040503050406030204" pitchFamily="18" charset="0"/>
                          </a:rPr>
                        </m:ctrlPr>
                      </m:sSupPr>
                      <m:e>
                        <m:r>
                          <a:rPr lang="fr-FR" sz="1400" i="0" smtClean="0">
                            <a:solidFill>
                              <a:srgbClr val="F4F1EA"/>
                            </a:solidFill>
                            <a:latin typeface="Cambria Math" panose="02040503050406030204" pitchFamily="18" charset="0"/>
                          </a:rPr>
                          <m:t>10</m:t>
                        </m:r>
                      </m:e>
                      <m:sup>
                        <m:r>
                          <a:rPr lang="fr-FR" sz="1400" i="0" smtClean="0">
                            <a:solidFill>
                              <a:srgbClr val="F4F1EA"/>
                            </a:solidFill>
                            <a:latin typeface="Cambria Math" panose="02040503050406030204" pitchFamily="18" charset="0"/>
                          </a:rPr>
                          <m:t>4</m:t>
                        </m:r>
                      </m:sup>
                    </m:sSup>
                    <m:r>
                      <a:rPr lang="fr-FR" sz="1400" i="0" smtClean="0">
                        <a:solidFill>
                          <a:srgbClr val="F4F1EA"/>
                        </a:solidFill>
                        <a:latin typeface="Cambria Math" panose="02040503050406030204" pitchFamily="18" charset="0"/>
                      </a:rPr>
                      <m:t>≈</m:t>
                    </m:r>
                    <m:r>
                      <a:rPr lang="fr-FR" sz="1400" b="1" i="0" smtClean="0">
                        <a:solidFill>
                          <a:srgbClr val="F4F1EA"/>
                        </a:solidFill>
                        <a:latin typeface="Cambria Math" panose="02040503050406030204" pitchFamily="18" charset="0"/>
                      </a:rPr>
                      <m:t>𝟒</m:t>
                    </m:r>
                    <m:r>
                      <a:rPr lang="fr-FR" sz="1400" b="0" i="0" smtClean="0">
                        <a:solidFill>
                          <a:srgbClr val="F4F1EA"/>
                        </a:solidFill>
                        <a:latin typeface="Cambria Math" panose="02040503050406030204" pitchFamily="18" charset="0"/>
                      </a:rPr>
                      <m:t>,</m:t>
                    </m:r>
                    <m:r>
                      <a:rPr lang="fr-FR" sz="1400" b="1" i="0" smtClean="0">
                        <a:solidFill>
                          <a:srgbClr val="F4F1EA"/>
                        </a:solidFill>
                        <a:latin typeface="Cambria Math" panose="02040503050406030204" pitchFamily="18" charset="0"/>
                      </a:rPr>
                      <m:t>𝟕𝟗</m:t>
                    </m:r>
                    <m:r>
                      <a:rPr lang="fr-FR" sz="1400" b="0" i="0" smtClean="0">
                        <a:solidFill>
                          <a:srgbClr val="F4F1EA"/>
                        </a:solidFill>
                        <a:latin typeface="Cambria Math" panose="02040503050406030204" pitchFamily="18" charset="0"/>
                      </a:rPr>
                      <m:t>×</m:t>
                    </m:r>
                    <m:sSup>
                      <m:sSupPr>
                        <m:ctrlPr>
                          <a:rPr lang="fr-FR" sz="1400" b="1" i="0" smtClean="0">
                            <a:solidFill>
                              <a:srgbClr val="F4F1EA"/>
                            </a:solidFill>
                            <a:latin typeface="Cambria Math" panose="02040503050406030204" pitchFamily="18" charset="0"/>
                          </a:rPr>
                        </m:ctrlPr>
                      </m:sSupPr>
                      <m:e>
                        <m:r>
                          <a:rPr lang="fr-FR" sz="1400" b="1" i="0" smtClean="0">
                            <a:solidFill>
                              <a:srgbClr val="F4F1EA"/>
                            </a:solidFill>
                            <a:latin typeface="Cambria Math" panose="02040503050406030204" pitchFamily="18" charset="0"/>
                          </a:rPr>
                          <m:t>𝟏𝟎</m:t>
                        </m:r>
                      </m:e>
                      <m:sup>
                        <m:r>
                          <a:rPr lang="fr-FR" sz="1400" b="0" i="0" smtClean="0">
                            <a:solidFill>
                              <a:srgbClr val="F4F1EA"/>
                            </a:solidFill>
                            <a:latin typeface="Cambria Math" panose="02040503050406030204" pitchFamily="18" charset="0"/>
                          </a:rPr>
                          <m:t>−</m:t>
                        </m:r>
                        <m:r>
                          <a:rPr lang="fr-FR" sz="1400" b="1" i="0" smtClean="0">
                            <a:solidFill>
                              <a:srgbClr val="F4F1EA"/>
                            </a:solidFill>
                            <a:latin typeface="Cambria Math" panose="02040503050406030204" pitchFamily="18" charset="0"/>
                          </a:rPr>
                          <m:t>𝟕</m:t>
                        </m:r>
                      </m:sup>
                    </m:sSup>
                    <m:r>
                      <m:rPr>
                        <m:nor/>
                      </m:rPr>
                      <a:rPr lang="fr-FR" sz="1400" b="0" i="0" smtClean="0">
                        <a:solidFill>
                          <a:srgbClr val="F4F1EA"/>
                        </a:solidFill>
                        <a:latin typeface="Cambria Math" panose="02040503050406030204" pitchFamily="18" charset="0"/>
                      </a:rPr>
                      <m:t> J/bit</m:t>
                    </m:r>
                    <m:r>
                      <a:rPr lang="fr-FR" sz="1400" b="0" i="1" smtClean="0">
                        <a:solidFill>
                          <a:srgbClr val="F4F1EA"/>
                        </a:solidFill>
                        <a:latin typeface="Cambria Math" panose="02040503050406030204" pitchFamily="18" charset="0"/>
                      </a:rPr>
                      <m:t> </m:t>
                    </m:r>
                    <m:d>
                      <m:dPr>
                        <m:ctrlPr>
                          <a:rPr lang="fr-FR" sz="1400" b="0" i="0" smtClean="0">
                            <a:solidFill>
                              <a:srgbClr val="F4F1EA"/>
                            </a:solidFill>
                            <a:latin typeface="Cambria Math" panose="02040503050406030204" pitchFamily="18" charset="0"/>
                          </a:rPr>
                        </m:ctrlPr>
                      </m:dPr>
                      <m:e>
                        <m:r>
                          <a:rPr lang="fr-FR" sz="1400" b="0" i="0" smtClean="0">
                            <a:solidFill>
                              <a:srgbClr val="F4F1EA"/>
                            </a:solidFill>
                            <a:latin typeface="Cambria Math" panose="02040503050406030204" pitchFamily="18" charset="0"/>
                          </a:rPr>
                          <m:t>−63,2</m:t>
                        </m:r>
                        <m:r>
                          <m:rPr>
                            <m:nor/>
                          </m:rPr>
                          <a:rPr lang="fr-FR" sz="1400" b="0" i="0" smtClean="0">
                            <a:solidFill>
                              <a:srgbClr val="F4F1EA"/>
                            </a:solidFill>
                            <a:latin typeface="Cambria Math" panose="02040503050406030204" pitchFamily="18" charset="0"/>
                          </a:rPr>
                          <m:t> dBJ</m:t>
                        </m:r>
                      </m:e>
                    </m:d>
                  </m:oMath>
                </a14:m>
                <a:endParaRPr lang="fr-FR" sz="1400" dirty="0">
                  <a:solidFill>
                    <a:srgbClr val="F4F1EA"/>
                  </a:solidFill>
                  <a:latin typeface="IBM Plex Sans" pitchFamily="34" charset="0"/>
                  <a:ea typeface="IBM Plex Sans" pitchFamily="34" charset="-122"/>
                  <a:cs typeface="IBM Plex Sans" pitchFamily="34" charset="-120"/>
                </a:endParaRPr>
              </a:p>
              <a:p>
                <a:pPr marL="0" indent="0" algn="l">
                  <a:lnSpc>
                    <a:spcPts val="1960"/>
                  </a:lnSpc>
                  <a:buNone/>
                </a:pPr>
                <a:r>
                  <a:rPr lang="fr-FR" sz="1400" dirty="0">
                    <a:solidFill>
                      <a:srgbClr val="F4F1EA"/>
                    </a:solidFill>
                  </a:rPr>
                  <a:t>Energie journalière : </a:t>
                </a:r>
                <a14:m>
                  <m:oMath xmlns:m="http://schemas.openxmlformats.org/officeDocument/2006/math">
                    <m:sSub>
                      <m:sSubPr>
                        <m:ctrlPr>
                          <a:rPr lang="fr-FR" sz="1400" i="1" smtClean="0">
                            <a:solidFill>
                              <a:srgbClr val="F4F1EA"/>
                            </a:solidFill>
                            <a:latin typeface="Cambria Math" panose="02040503050406030204" pitchFamily="18" charset="0"/>
                          </a:rPr>
                        </m:ctrlPr>
                      </m:sSubPr>
                      <m:e>
                        <m:r>
                          <a:rPr lang="fr-FR" sz="1400" i="1" smtClean="0">
                            <a:solidFill>
                              <a:srgbClr val="F4F1EA"/>
                            </a:solidFill>
                            <a:latin typeface="Cambria Math" panose="02040503050406030204" pitchFamily="18" charset="0"/>
                          </a:rPr>
                          <m:t>𝐸</m:t>
                        </m:r>
                      </m:e>
                      <m:sub>
                        <m:r>
                          <m:rPr>
                            <m:nor/>
                          </m:rPr>
                          <a:rPr lang="fr-FR" sz="1400" i="0" smtClean="0">
                            <a:solidFill>
                              <a:srgbClr val="F4F1EA"/>
                            </a:solidFill>
                            <a:latin typeface="Cambria Math" panose="02040503050406030204" pitchFamily="18" charset="0"/>
                          </a:rPr>
                          <m:t>jour</m:t>
                        </m:r>
                      </m:sub>
                    </m:sSub>
                    <m:r>
                      <a:rPr lang="fr-FR" sz="1400" i="0" smtClean="0">
                        <a:solidFill>
                          <a:srgbClr val="F4F1EA"/>
                        </a:solidFill>
                        <a:latin typeface="Cambria Math" panose="02040503050406030204" pitchFamily="18" charset="0"/>
                      </a:rPr>
                      <m:t>=</m:t>
                    </m:r>
                    <m:sSup>
                      <m:sSupPr>
                        <m:ctrlPr>
                          <a:rPr lang="fr-FR" sz="1400" i="0" smtClean="0">
                            <a:solidFill>
                              <a:srgbClr val="F4F1EA"/>
                            </a:solidFill>
                            <a:latin typeface="Cambria Math" panose="02040503050406030204" pitchFamily="18" charset="0"/>
                          </a:rPr>
                        </m:ctrlPr>
                      </m:sSupPr>
                      <m:e>
                        <m:r>
                          <a:rPr lang="fr-FR" sz="1400" i="0" smtClean="0">
                            <a:solidFill>
                              <a:srgbClr val="F4F1EA"/>
                            </a:solidFill>
                            <a:latin typeface="Cambria Math" panose="02040503050406030204" pitchFamily="18" charset="0"/>
                          </a:rPr>
                          <m:t>10</m:t>
                        </m:r>
                      </m:e>
                      <m:sup>
                        <m:r>
                          <a:rPr lang="fr-FR" sz="1400" i="0" smtClean="0">
                            <a:solidFill>
                              <a:srgbClr val="F4F1EA"/>
                            </a:solidFill>
                            <a:latin typeface="Cambria Math" panose="02040503050406030204" pitchFamily="18" charset="0"/>
                          </a:rPr>
                          <m:t>6</m:t>
                        </m:r>
                      </m:sup>
                    </m:sSup>
                    <m:r>
                      <a:rPr lang="fr-FR" sz="1400" i="0" smtClean="0">
                        <a:solidFill>
                          <a:srgbClr val="F4F1EA"/>
                        </a:solidFill>
                        <a:latin typeface="Cambria Math" panose="02040503050406030204" pitchFamily="18" charset="0"/>
                      </a:rPr>
                      <m:t>×</m:t>
                    </m:r>
                    <m:sSub>
                      <m:sSubPr>
                        <m:ctrlPr>
                          <a:rPr lang="fr-FR" sz="1400" i="1" smtClean="0">
                            <a:solidFill>
                              <a:srgbClr val="F4F1EA"/>
                            </a:solidFill>
                            <a:latin typeface="Cambria Math" panose="02040503050406030204" pitchFamily="18" charset="0"/>
                          </a:rPr>
                        </m:ctrlPr>
                      </m:sSubPr>
                      <m:e>
                        <m:r>
                          <a:rPr lang="fr-FR" sz="1400" i="1" smtClean="0">
                            <a:solidFill>
                              <a:srgbClr val="F4F1EA"/>
                            </a:solidFill>
                            <a:latin typeface="Cambria Math" panose="02040503050406030204" pitchFamily="18" charset="0"/>
                          </a:rPr>
                          <m:t>𝐸</m:t>
                        </m:r>
                      </m:e>
                      <m:sub>
                        <m:r>
                          <a:rPr lang="fr-FR" sz="1400" i="1" smtClean="0">
                            <a:solidFill>
                              <a:srgbClr val="F4F1EA"/>
                            </a:solidFill>
                            <a:latin typeface="Cambria Math" panose="02040503050406030204" pitchFamily="18" charset="0"/>
                          </a:rPr>
                          <m:t>𝑏</m:t>
                        </m:r>
                        <m:r>
                          <a:rPr lang="fr-FR" sz="1400" i="0" smtClean="0">
                            <a:solidFill>
                              <a:srgbClr val="F4F1EA"/>
                            </a:solidFill>
                            <a:latin typeface="Cambria Math" panose="02040503050406030204" pitchFamily="18" charset="0"/>
                          </a:rPr>
                          <m:t>,</m:t>
                        </m:r>
                        <m:r>
                          <m:rPr>
                            <m:nor/>
                          </m:rPr>
                          <a:rPr lang="fr-FR" sz="1400" i="0" smtClean="0">
                            <a:solidFill>
                              <a:srgbClr val="F4F1EA"/>
                            </a:solidFill>
                            <a:latin typeface="Cambria Math" panose="02040503050406030204" pitchFamily="18" charset="0"/>
                          </a:rPr>
                          <m:t>émis</m:t>
                        </m:r>
                      </m:sub>
                    </m:sSub>
                    <m:r>
                      <a:rPr lang="fr-FR" sz="1400" i="0" smtClean="0">
                        <a:solidFill>
                          <a:srgbClr val="F4F1EA"/>
                        </a:solidFill>
                        <a:latin typeface="Cambria Math" panose="02040503050406030204" pitchFamily="18" charset="0"/>
                      </a:rPr>
                      <m:t>=</m:t>
                    </m:r>
                    <m:sSup>
                      <m:sSupPr>
                        <m:ctrlPr>
                          <a:rPr lang="fr-FR" sz="1400" i="0" smtClean="0">
                            <a:solidFill>
                              <a:srgbClr val="F4F1EA"/>
                            </a:solidFill>
                            <a:latin typeface="Cambria Math" panose="02040503050406030204" pitchFamily="18" charset="0"/>
                          </a:rPr>
                        </m:ctrlPr>
                      </m:sSupPr>
                      <m:e>
                        <m:r>
                          <a:rPr lang="fr-FR" sz="1400" i="0" smtClean="0">
                            <a:solidFill>
                              <a:srgbClr val="F4F1EA"/>
                            </a:solidFill>
                            <a:latin typeface="Cambria Math" panose="02040503050406030204" pitchFamily="18" charset="0"/>
                          </a:rPr>
                          <m:t>10</m:t>
                        </m:r>
                      </m:e>
                      <m:sup>
                        <m:r>
                          <a:rPr lang="fr-FR" sz="1400" i="0" smtClean="0">
                            <a:solidFill>
                              <a:srgbClr val="F4F1EA"/>
                            </a:solidFill>
                            <a:latin typeface="Cambria Math" panose="02040503050406030204" pitchFamily="18" charset="0"/>
                          </a:rPr>
                          <m:t>6</m:t>
                        </m:r>
                      </m:sup>
                    </m:sSup>
                    <m:r>
                      <a:rPr lang="fr-FR" sz="1400" i="0" smtClean="0">
                        <a:solidFill>
                          <a:srgbClr val="F4F1EA"/>
                        </a:solidFill>
                        <a:latin typeface="Cambria Math" panose="02040503050406030204" pitchFamily="18" charset="0"/>
                      </a:rPr>
                      <m:t>×4,79×</m:t>
                    </m:r>
                    <m:sSup>
                      <m:sSupPr>
                        <m:ctrlPr>
                          <a:rPr lang="fr-FR" sz="1400" i="0" smtClean="0">
                            <a:solidFill>
                              <a:srgbClr val="F4F1EA"/>
                            </a:solidFill>
                            <a:latin typeface="Cambria Math" panose="02040503050406030204" pitchFamily="18" charset="0"/>
                          </a:rPr>
                        </m:ctrlPr>
                      </m:sSupPr>
                      <m:e>
                        <m:r>
                          <a:rPr lang="fr-FR" sz="1400" i="0" smtClean="0">
                            <a:solidFill>
                              <a:srgbClr val="F4F1EA"/>
                            </a:solidFill>
                            <a:latin typeface="Cambria Math" panose="02040503050406030204" pitchFamily="18" charset="0"/>
                          </a:rPr>
                          <m:t>10</m:t>
                        </m:r>
                      </m:e>
                      <m:sup>
                        <m:r>
                          <a:rPr lang="fr-FR" sz="1400" i="0" smtClean="0">
                            <a:solidFill>
                              <a:srgbClr val="F4F1EA"/>
                            </a:solidFill>
                            <a:latin typeface="Cambria Math" panose="02040503050406030204" pitchFamily="18" charset="0"/>
                          </a:rPr>
                          <m:t>−7</m:t>
                        </m:r>
                      </m:sup>
                    </m:sSup>
                    <m:r>
                      <m:rPr>
                        <m:nor/>
                      </m:rPr>
                      <a:rPr lang="fr-FR" sz="1400" i="0" smtClean="0">
                        <a:solidFill>
                          <a:srgbClr val="F4F1EA"/>
                        </a:solidFill>
                        <a:latin typeface="Cambria Math" panose="02040503050406030204" pitchFamily="18" charset="0"/>
                      </a:rPr>
                      <m:t> J</m:t>
                    </m:r>
                    <m:r>
                      <a:rPr lang="fr-FR" sz="1400" i="0" smtClean="0">
                        <a:solidFill>
                          <a:srgbClr val="F4F1EA"/>
                        </a:solidFill>
                        <a:latin typeface="Cambria Math" panose="02040503050406030204" pitchFamily="18" charset="0"/>
                      </a:rPr>
                      <m:t>≈</m:t>
                    </m:r>
                    <m:r>
                      <a:rPr lang="fr-FR" sz="1400" b="1" i="0" smtClean="0">
                        <a:solidFill>
                          <a:srgbClr val="F4F1EA"/>
                        </a:solidFill>
                        <a:latin typeface="Cambria Math" panose="02040503050406030204" pitchFamily="18" charset="0"/>
                      </a:rPr>
                      <m:t>𝟎</m:t>
                    </m:r>
                    <m:r>
                      <a:rPr lang="fr-FR" sz="1400" b="0" i="0" smtClean="0">
                        <a:solidFill>
                          <a:srgbClr val="F4F1EA"/>
                        </a:solidFill>
                        <a:latin typeface="Cambria Math" panose="02040503050406030204" pitchFamily="18" charset="0"/>
                      </a:rPr>
                      <m:t>,</m:t>
                    </m:r>
                    <m:r>
                      <a:rPr lang="fr-FR" sz="1400" b="1" i="0" smtClean="0">
                        <a:solidFill>
                          <a:srgbClr val="F4F1EA"/>
                        </a:solidFill>
                        <a:latin typeface="Cambria Math" panose="02040503050406030204" pitchFamily="18" charset="0"/>
                      </a:rPr>
                      <m:t>𝟒𝟕𝟗</m:t>
                    </m:r>
                    <m:r>
                      <m:rPr>
                        <m:nor/>
                      </m:rPr>
                      <a:rPr lang="fr-FR" sz="1400" b="0" i="0" smtClean="0">
                        <a:solidFill>
                          <a:srgbClr val="F4F1EA"/>
                        </a:solidFill>
                        <a:latin typeface="Cambria Math" panose="02040503050406030204" pitchFamily="18" charset="0"/>
                      </a:rPr>
                      <m:t> J/jour</m:t>
                    </m:r>
                  </m:oMath>
                </a14:m>
                <a:endParaRPr lang="fr-FR" sz="1400" dirty="0">
                  <a:solidFill>
                    <a:srgbClr val="F4F1EA"/>
                  </a:solidFill>
                  <a:latin typeface="IBM Plex Sans" pitchFamily="34" charset="0"/>
                  <a:ea typeface="IBM Plex Sans" pitchFamily="34" charset="-122"/>
                  <a:cs typeface="IBM Plex Sans" pitchFamily="34" charset="-120"/>
                </a:endParaRPr>
              </a:p>
              <a:p>
                <a:pPr>
                  <a:lnSpc>
                    <a:spcPts val="1960"/>
                  </a:lnSpc>
                </a:pPr>
                <a:r>
                  <a:rPr lang="fr-FR" sz="1400" dirty="0">
                    <a:solidFill>
                      <a:srgbClr val="F4F1EA"/>
                    </a:solidFill>
                    <a:latin typeface="IBM Plex Sans" pitchFamily="34" charset="0"/>
                    <a:ea typeface="IBM Plex Sans" pitchFamily="34" charset="-122"/>
                    <a:cs typeface="IBM Plex Sans" pitchFamily="34" charset="-120"/>
                  </a:rPr>
                  <a:t>Autonomie : </a:t>
                </a:r>
                <a14:m>
                  <m:oMath xmlns:m="http://schemas.openxmlformats.org/officeDocument/2006/math">
                    <m:sSub>
                      <m:sSubPr>
                        <m:ctrlPr>
                          <a:rPr lang="fr-FR" sz="1400" b="0" i="1" smtClean="0">
                            <a:solidFill>
                              <a:srgbClr val="F4F1EA"/>
                            </a:solidFill>
                            <a:latin typeface="Cambria Math" panose="02040503050406030204" pitchFamily="18" charset="0"/>
                            <a:ea typeface="IBM Plex Sans" pitchFamily="34" charset="-122"/>
                            <a:cs typeface="IBM Plex Sans" pitchFamily="34" charset="-120"/>
                          </a:rPr>
                        </m:ctrlPr>
                      </m:sSubPr>
                      <m:e>
                        <m:r>
                          <a:rPr lang="fr-FR" sz="1400" b="0" i="1" smtClean="0">
                            <a:solidFill>
                              <a:srgbClr val="F4F1EA"/>
                            </a:solidFill>
                            <a:latin typeface="Cambria Math" panose="02040503050406030204" pitchFamily="18" charset="0"/>
                            <a:ea typeface="IBM Plex Sans" pitchFamily="34" charset="-122"/>
                            <a:cs typeface="IBM Plex Sans" pitchFamily="34" charset="-120"/>
                          </a:rPr>
                          <m:t>𝐸</m:t>
                        </m:r>
                      </m:e>
                      <m:sub>
                        <m:r>
                          <a:rPr lang="fr-FR" sz="1400" b="0" i="1" smtClean="0">
                            <a:solidFill>
                              <a:srgbClr val="F4F1EA"/>
                            </a:solidFill>
                            <a:latin typeface="Cambria Math" panose="02040503050406030204" pitchFamily="18" charset="0"/>
                            <a:ea typeface="IBM Plex Sans" pitchFamily="34" charset="-122"/>
                            <a:cs typeface="IBM Plex Sans" pitchFamily="34" charset="-120"/>
                          </a:rPr>
                          <m:t>𝑏𝑎𝑡𝑡𝑒𝑟𝑖𝑒</m:t>
                        </m:r>
                      </m:sub>
                    </m:sSub>
                  </m:oMath>
                </a14:m>
                <a:r>
                  <a:rPr lang="fr-FR" sz="1400" dirty="0">
                    <a:solidFill>
                      <a:srgbClr val="F4F1EA"/>
                    </a:solidFill>
                    <a:latin typeface="IBM Plex Sans" pitchFamily="34" charset="0"/>
                    <a:ea typeface="IBM Plex Sans" pitchFamily="34" charset="-122"/>
                    <a:cs typeface="IBM Plex Sans" pitchFamily="34" charset="-120"/>
                  </a:rPr>
                  <a:t>/</a:t>
                </a:r>
                <a14:m>
                  <m:oMath xmlns:m="http://schemas.openxmlformats.org/officeDocument/2006/math">
                    <m:sSub>
                      <m:sSubPr>
                        <m:ctrlPr>
                          <a:rPr lang="fr-FR" sz="1400" i="1">
                            <a:solidFill>
                              <a:srgbClr val="F4F1EA"/>
                            </a:solidFill>
                            <a:latin typeface="Cambria Math" panose="02040503050406030204" pitchFamily="18" charset="0"/>
                            <a:ea typeface="IBM Plex Sans" pitchFamily="34" charset="-122"/>
                            <a:cs typeface="IBM Plex Sans" pitchFamily="34" charset="-120"/>
                          </a:rPr>
                        </m:ctrlPr>
                      </m:sSubPr>
                      <m:e>
                        <m:r>
                          <a:rPr lang="fr-FR" sz="1400" i="1">
                            <a:solidFill>
                              <a:srgbClr val="F4F1EA"/>
                            </a:solidFill>
                            <a:latin typeface="Cambria Math" panose="02040503050406030204" pitchFamily="18" charset="0"/>
                            <a:ea typeface="IBM Plex Sans" pitchFamily="34" charset="-122"/>
                            <a:cs typeface="IBM Plex Sans" pitchFamily="34" charset="-120"/>
                          </a:rPr>
                          <m:t>𝐸</m:t>
                        </m:r>
                      </m:e>
                      <m:sub>
                        <m:r>
                          <a:rPr lang="fr-FR" sz="1400" i="1">
                            <a:solidFill>
                              <a:srgbClr val="F4F1EA"/>
                            </a:solidFill>
                            <a:latin typeface="Cambria Math" panose="02040503050406030204" pitchFamily="18" charset="0"/>
                            <a:ea typeface="IBM Plex Sans" pitchFamily="34" charset="-122"/>
                            <a:cs typeface="IBM Plex Sans" pitchFamily="34" charset="-120"/>
                          </a:rPr>
                          <m:t>𝑗𝑜𝑢𝑟</m:t>
                        </m:r>
                      </m:sub>
                    </m:sSub>
                    <m:r>
                      <a:rPr lang="fr-FR" sz="1400" b="0" i="1" smtClean="0">
                        <a:solidFill>
                          <a:srgbClr val="F4F1EA"/>
                        </a:solidFill>
                        <a:latin typeface="Cambria Math" panose="02040503050406030204" pitchFamily="18" charset="0"/>
                        <a:ea typeface="IBM Plex Sans" pitchFamily="34" charset="-122"/>
                        <a:cs typeface="IBM Plex Sans" pitchFamily="34" charset="-120"/>
                      </a:rPr>
                      <m:t>=3</m:t>
                    </m:r>
                  </m:oMath>
                </a14:m>
                <a:r>
                  <a:rPr lang="fr-FR" sz="1400" dirty="0">
                    <a:solidFill>
                      <a:srgbClr val="F4F1EA"/>
                    </a:solidFill>
                    <a:latin typeface="IBM Plex Sans" pitchFamily="34" charset="0"/>
                    <a:ea typeface="IBM Plex Sans" pitchFamily="34" charset="-122"/>
                    <a:cs typeface="IBM Plex Sans" pitchFamily="34" charset="-120"/>
                  </a:rPr>
                  <a:t>/</a:t>
                </a:r>
                <a14:m>
                  <m:oMath xmlns:m="http://schemas.openxmlformats.org/officeDocument/2006/math">
                    <m:r>
                      <a:rPr lang="fr-FR" sz="1400" b="0" i="1" dirty="0" smtClean="0">
                        <a:solidFill>
                          <a:srgbClr val="F4F1EA"/>
                        </a:solidFill>
                        <a:latin typeface="Cambria Math" panose="02040503050406030204" pitchFamily="18" charset="0"/>
                        <a:ea typeface="IBM Plex Sans" pitchFamily="34" charset="-122"/>
                        <a:cs typeface="IBM Plex Sans" pitchFamily="34" charset="-120"/>
                      </a:rPr>
                      <m:t>0,479=</m:t>
                    </m:r>
                  </m:oMath>
                </a14:m>
                <a:r>
                  <a:rPr lang="fr-FR" sz="1400" dirty="0">
                    <a:solidFill>
                      <a:srgbClr val="F4F1EA"/>
                    </a:solidFill>
                    <a:latin typeface="IBM Plex Sans" pitchFamily="34" charset="0"/>
                    <a:ea typeface="IBM Plex Sans" pitchFamily="34" charset="-122"/>
                    <a:cs typeface="IBM Plex Sans" pitchFamily="34" charset="-120"/>
                  </a:rPr>
                  <a:t> </a:t>
                </a:r>
                <a:r>
                  <a:rPr lang="fr-FR" sz="1400" b="1" dirty="0">
                    <a:solidFill>
                      <a:srgbClr val="F4F1EA"/>
                    </a:solidFill>
                    <a:latin typeface="IBM Plex Sans" pitchFamily="34" charset="0"/>
                    <a:ea typeface="IBM Plex Sans" pitchFamily="34" charset="-122"/>
                    <a:cs typeface="IBM Plex Sans" pitchFamily="34" charset="-120"/>
                  </a:rPr>
                  <a:t>6,26 jours d’autonomie</a:t>
                </a:r>
              </a:p>
            </p:txBody>
          </p:sp>
        </mc:Choice>
        <mc:Fallback>
          <p:sp>
            <p:nvSpPr>
              <p:cNvPr id="11" name="Text 9"/>
              <p:cNvSpPr>
                <a:spLocks noRot="1" noChangeAspect="1" noMove="1" noResize="1" noEditPoints="1" noAdjustHandles="1" noChangeArrowheads="1" noChangeShapeType="1" noTextEdit="1"/>
              </p:cNvSpPr>
              <p:nvPr/>
            </p:nvSpPr>
            <p:spPr>
              <a:xfrm>
                <a:off x="1041399" y="4307842"/>
                <a:ext cx="6493258" cy="1737358"/>
              </a:xfrm>
              <a:prstGeom prst="rect">
                <a:avLst/>
              </a:prstGeom>
              <a:blipFill>
                <a:blip r:embed="rId4"/>
                <a:stretch>
                  <a:fillRect l="-1690" t="-2456"/>
                </a:stretch>
              </a:blipFill>
              <a:ln/>
            </p:spPr>
            <p:txBody>
              <a:bodyPr/>
              <a:lstStyle/>
              <a:p>
                <a:r>
                  <a:rPr lang="fr-FR">
                    <a:noFill/>
                  </a:rPr>
                  <a:t> </a:t>
                </a:r>
              </a:p>
            </p:txBody>
          </p:sp>
        </mc:Fallback>
      </mc:AlternateContent>
      <p:sp>
        <p:nvSpPr>
          <p:cNvPr id="15" name="Text 13"/>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Cas d'étude</a:t>
            </a:r>
            <a:endParaRPr lang="fr-FR" sz="1200" noProof="0"/>
          </a:p>
        </p:txBody>
      </p:sp>
      <p:sp>
        <p:nvSpPr>
          <p:cNvPr id="17" name="Text 13">
            <a:extLst>
              <a:ext uri="{FF2B5EF4-FFF2-40B4-BE49-F238E27FC236}">
                <a16:creationId xmlns:a16="http://schemas.microsoft.com/office/drawing/2014/main" id="{8DAC4528-11A3-8DF7-F221-3589A3045E57}"/>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a:t>
            </a:r>
            <a:r>
              <a:rPr lang="fr-FR" sz="1200">
                <a:solidFill>
                  <a:srgbClr val="5D6670"/>
                </a:solidFill>
              </a:rPr>
              <a:t>13/19</a:t>
            </a:r>
            <a:endParaRPr lang="fr-FR" sz="1200" noProof="0">
              <a:solidFill>
                <a:srgbClr val="5D6670"/>
              </a:solidFill>
            </a:endParaRPr>
          </a:p>
        </p:txBody>
      </p:sp>
      <p:sp>
        <p:nvSpPr>
          <p:cNvPr id="18" name="Text 2">
            <a:extLst>
              <a:ext uri="{FF2B5EF4-FFF2-40B4-BE49-F238E27FC236}">
                <a16:creationId xmlns:a16="http://schemas.microsoft.com/office/drawing/2014/main" id="{D4E43D35-C5D3-F871-4422-6F857943B885}"/>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Y</a:t>
            </a:r>
            <a:endParaRPr lang="fr-FR" sz="1800" noProof="0">
              <a:solidFill>
                <a:srgbClr val="C9D3DF"/>
              </a:solidFill>
            </a:endParaRPr>
          </a:p>
        </p:txBody>
      </p:sp>
      <p:pic>
        <p:nvPicPr>
          <p:cNvPr id="19" name="Image 18">
            <a:extLst>
              <a:ext uri="{FF2B5EF4-FFF2-40B4-BE49-F238E27FC236}">
                <a16:creationId xmlns:a16="http://schemas.microsoft.com/office/drawing/2014/main" id="{12780A9D-124C-820D-C98A-E57939ABD7C4}"/>
              </a:ext>
            </a:extLst>
          </p:cNvPr>
          <p:cNvPicPr>
            <a:picLocks noChangeAspect="1"/>
          </p:cNvPicPr>
          <p:nvPr/>
        </p:nvPicPr>
        <p:blipFill>
          <a:blip r:embed="rId5"/>
          <a:stretch>
            <a:fillRect/>
          </a:stretch>
        </p:blipFill>
        <p:spPr>
          <a:xfrm>
            <a:off x="7761097" y="2047242"/>
            <a:ext cx="4208668" cy="3045636"/>
          </a:xfrm>
          <a:prstGeom prst="rect">
            <a:avLst/>
          </a:prstGeom>
        </p:spPr>
      </p:pic>
      <p:cxnSp>
        <p:nvCxnSpPr>
          <p:cNvPr id="21" name="Connecteur droit 20">
            <a:extLst>
              <a:ext uri="{FF2B5EF4-FFF2-40B4-BE49-F238E27FC236}">
                <a16:creationId xmlns:a16="http://schemas.microsoft.com/office/drawing/2014/main" id="{046976E7-99D4-D442-1796-D30DDDDB29E2}"/>
              </a:ext>
            </a:extLst>
          </p:cNvPr>
          <p:cNvCxnSpPr>
            <a:cxnSpLocks/>
          </p:cNvCxnSpPr>
          <p:nvPr/>
        </p:nvCxnSpPr>
        <p:spPr>
          <a:xfrm>
            <a:off x="8109075" y="3576498"/>
            <a:ext cx="3032760" cy="0"/>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3" name="Connecteur droit 22">
            <a:extLst>
              <a:ext uri="{FF2B5EF4-FFF2-40B4-BE49-F238E27FC236}">
                <a16:creationId xmlns:a16="http://schemas.microsoft.com/office/drawing/2014/main" id="{C8C30F42-597C-C5A0-9F9D-5D268CE17644}"/>
              </a:ext>
            </a:extLst>
          </p:cNvPr>
          <p:cNvCxnSpPr>
            <a:cxnSpLocks/>
          </p:cNvCxnSpPr>
          <p:nvPr/>
        </p:nvCxnSpPr>
        <p:spPr>
          <a:xfrm flipV="1">
            <a:off x="11141835" y="3576498"/>
            <a:ext cx="0" cy="1257299"/>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fr-FR" sz="3200" b="1" i="0" noProof="0">
                <a:solidFill>
                  <a:srgbClr val="17202A"/>
                </a:solidFill>
                <a:latin typeface="IBM Plex Sans" pitchFamily="34" charset="0"/>
                <a:ea typeface="IBM Plex Sans" pitchFamily="34" charset="-122"/>
                <a:cs typeface="IBM Plex Sans" pitchFamily="34" charset="-120"/>
              </a:rPr>
              <a:t>Environnement 1 : impact du code correcteur</a:t>
            </a:r>
            <a:endParaRPr lang="fr-FR" sz="3200" noProof="0"/>
          </a:p>
        </p:txBody>
      </p:sp>
      <p:sp>
        <p:nvSpPr>
          <p:cNvPr id="3" name="Shape 1"/>
          <p:cNvSpPr/>
          <p:nvPr/>
        </p:nvSpPr>
        <p:spPr>
          <a:xfrm>
            <a:off x="815975" y="1517017"/>
            <a:ext cx="5175250" cy="1911982"/>
          </a:xfrm>
          <a:prstGeom prst="roundRect">
            <a:avLst>
              <a:gd name="adj" fmla="val 6107"/>
            </a:avLst>
          </a:prstGeom>
          <a:solidFill>
            <a:srgbClr val="FFFFFF"/>
          </a:solidFill>
          <a:ln w="6350">
            <a:solidFill>
              <a:srgbClr val="DDD8CC"/>
            </a:solidFill>
            <a:prstDash val="solid"/>
          </a:ln>
        </p:spPr>
        <p:txBody>
          <a:bodyPr/>
          <a:lstStyle/>
          <a:p>
            <a:endParaRPr lang="fr-FR" noProof="0"/>
          </a:p>
        </p:txBody>
      </p:sp>
      <p:sp>
        <p:nvSpPr>
          <p:cNvPr id="4" name="Text 2"/>
          <p:cNvSpPr/>
          <p:nvPr/>
        </p:nvSpPr>
        <p:spPr>
          <a:xfrm>
            <a:off x="1046480" y="1747521"/>
            <a:ext cx="4855667"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Gain</a:t>
            </a:r>
            <a:endParaRPr lang="fr-FR" sz="1800" noProof="0"/>
          </a:p>
        </p:txBody>
      </p:sp>
      <p:sp>
        <p:nvSpPr>
          <p:cNvPr id="5" name="Text 3"/>
          <p:cNvSpPr/>
          <p:nvPr/>
        </p:nvSpPr>
        <p:spPr>
          <a:xfrm>
            <a:off x="1046480" y="2098042"/>
            <a:ext cx="4855667" cy="5588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17202A"/>
                </a:solidFill>
                <a:latin typeface="IBM Plex Sans" pitchFamily="34" charset="0"/>
                <a:ea typeface="IBM Plex Sans" pitchFamily="34" charset="-122"/>
                <a:cs typeface="IBM Plex Sans" pitchFamily="34" charset="-120"/>
              </a:rPr>
              <a:t>À TEB 10⁻³, le codage permet un </a:t>
            </a:r>
            <a:r>
              <a:rPr lang="fr-FR" sz="1500" noProof="0" err="1">
                <a:solidFill>
                  <a:srgbClr val="17202A"/>
                </a:solidFill>
                <a:latin typeface="IBM Plex Sans" pitchFamily="34" charset="0"/>
                <a:ea typeface="IBM Plex Sans" pitchFamily="34" charset="-122"/>
                <a:cs typeface="IBM Plex Sans" pitchFamily="34" charset="-120"/>
              </a:rPr>
              <a:t>SNRpb</a:t>
            </a:r>
            <a:r>
              <a:rPr lang="fr-FR" sz="1500" noProof="0">
                <a:solidFill>
                  <a:srgbClr val="17202A"/>
                </a:solidFill>
                <a:latin typeface="IBM Plex Sans" pitchFamily="34" charset="0"/>
                <a:ea typeface="IBM Plex Sans" pitchFamily="34" charset="-122"/>
                <a:cs typeface="IBM Plex Sans" pitchFamily="34" charset="-120"/>
              </a:rPr>
              <a:t> de 3,4dB.</a:t>
            </a:r>
          </a:p>
          <a:p>
            <a:pPr marL="0" indent="0" algn="l">
              <a:lnSpc>
                <a:spcPts val="2100"/>
              </a:lnSpc>
              <a:buNone/>
            </a:pPr>
            <a:r>
              <a:rPr lang="fr-FR" sz="1500">
                <a:solidFill>
                  <a:srgbClr val="17202A"/>
                </a:solidFill>
                <a:latin typeface="IBM Plex Sans" pitchFamily="34" charset="0"/>
              </a:rPr>
              <a:t>Avec codage, la tolérance au bruit est accrue de 3,4dB,</a:t>
            </a:r>
            <a:endParaRPr lang="fr-FR" sz="1500" noProof="0"/>
          </a:p>
        </p:txBody>
      </p:sp>
      <p:sp>
        <p:nvSpPr>
          <p:cNvPr id="6" name="Shape 4"/>
          <p:cNvSpPr/>
          <p:nvPr/>
        </p:nvSpPr>
        <p:spPr>
          <a:xfrm>
            <a:off x="6200775" y="1517016"/>
            <a:ext cx="5175250" cy="1911983"/>
          </a:xfrm>
          <a:prstGeom prst="roundRect">
            <a:avLst>
              <a:gd name="adj" fmla="val 6107"/>
            </a:avLst>
          </a:prstGeom>
          <a:solidFill>
            <a:srgbClr val="FFFFFF"/>
          </a:solidFill>
          <a:ln w="6350">
            <a:solidFill>
              <a:srgbClr val="DDD8CC"/>
            </a:solidFill>
            <a:prstDash val="solid"/>
          </a:ln>
        </p:spPr>
        <p:txBody>
          <a:bodyPr/>
          <a:lstStyle/>
          <a:p>
            <a:endParaRPr lang="fr-FR" noProof="0"/>
          </a:p>
        </p:txBody>
      </p:sp>
      <p:sp>
        <p:nvSpPr>
          <p:cNvPr id="7" name="Text 5"/>
          <p:cNvSpPr/>
          <p:nvPr/>
        </p:nvSpPr>
        <p:spPr>
          <a:xfrm>
            <a:off x="6431280" y="1747521"/>
            <a:ext cx="4855667"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Coût</a:t>
            </a:r>
            <a:endParaRPr lang="fr-FR" sz="1800" noProof="0"/>
          </a:p>
        </p:txBody>
      </p:sp>
      <mc:AlternateContent xmlns:mc="http://schemas.openxmlformats.org/markup-compatibility/2006">
        <mc:Choice xmlns:a14="http://schemas.microsoft.com/office/drawing/2010/main" Requires="a14">
          <p:sp>
            <p:nvSpPr>
              <p:cNvPr id="8" name="Text 6"/>
              <p:cNvSpPr/>
              <p:nvPr/>
            </p:nvSpPr>
            <p:spPr>
              <a:xfrm>
                <a:off x="6431280" y="2098041"/>
                <a:ext cx="5201920" cy="1611629"/>
              </a:xfrm>
              <a:prstGeom prst="rect">
                <a:avLst/>
              </a:prstGeom>
              <a:noFill/>
              <a:ln/>
            </p:spPr>
            <p:txBody>
              <a:bodyPr wrap="square" lIns="0" tIns="0" rIns="0" bIns="0" rtlCol="0" anchor="t">
                <a:normAutofit/>
              </a:bodyPr>
              <a:lstStyle/>
              <a:p>
                <a:pPr marL="0" indent="0" algn="l">
                  <a:lnSpc>
                    <a:spcPct val="100000"/>
                  </a:lnSpc>
                  <a:buNone/>
                </a:pPr>
                <a:r>
                  <a:rPr lang="fr-FR" sz="1500" noProof="0">
                    <a:solidFill>
                      <a:srgbClr val="17202A"/>
                    </a:solidFill>
                    <a:latin typeface="IBM Plex Sans" pitchFamily="34" charset="0"/>
                    <a:ea typeface="IBM Plex Sans" pitchFamily="34" charset="-122"/>
                    <a:cs typeface="IBM Plex Sans" pitchFamily="34" charset="-120"/>
                  </a:rPr>
                  <a:t>Le code ajoute des bits redondants : il faut émettre 3 fois plus de bits pour 10⁶ bits utiles (</a:t>
                </a:r>
                <a14:m>
                  <m:oMath xmlns:m="http://schemas.openxmlformats.org/officeDocument/2006/math">
                    <m:r>
                      <a:rPr lang="fr-FR" sz="1600" smtClean="0">
                        <a:latin typeface="Cambria Math" panose="02040503050406030204" pitchFamily="18" charset="0"/>
                      </a:rPr>
                      <m:t>0</m:t>
                    </m:r>
                    <m:r>
                      <a:rPr lang="fr-FR" sz="1600" i="0">
                        <a:latin typeface="Cambria Math" panose="02040503050406030204" pitchFamily="18" charset="0"/>
                      </a:rPr>
                      <m:t>→010</m:t>
                    </m:r>
                  </m:oMath>
                </a14:m>
                <a:r>
                  <a:rPr lang="fr-FR" sz="1600"/>
                  <a:t>, </a:t>
                </a:r>
                <a14:m>
                  <m:oMath xmlns:m="http://schemas.openxmlformats.org/officeDocument/2006/math">
                    <m:r>
                      <a:rPr lang="fr-FR" sz="1600" smtClean="0">
                        <a:latin typeface="Cambria Math" panose="02040503050406030204" pitchFamily="18" charset="0"/>
                      </a:rPr>
                      <m:t>1</m:t>
                    </m:r>
                    <m:r>
                      <a:rPr lang="fr-FR" sz="1600" i="0">
                        <a:latin typeface="Cambria Math" panose="02040503050406030204" pitchFamily="18" charset="0"/>
                      </a:rPr>
                      <m:t>→101</m:t>
                    </m:r>
                  </m:oMath>
                </a14:m>
                <a:r>
                  <a:rPr lang="fr-FR" sz="1500" noProof="0"/>
                  <a:t>).</a:t>
                </a:r>
              </a:p>
              <a:p>
                <a:pPr marL="0" marR="0">
                  <a:buNone/>
                </a:pPr>
                <a:r>
                  <a:rPr lang="fr-FR" sz="1500"/>
                  <a:t>Pénalité de </a:t>
                </a:r>
                <a14:m>
                  <m:oMath xmlns:m="http://schemas.openxmlformats.org/officeDocument/2006/math">
                    <m:r>
                      <a:rPr lang="fr-FR" sz="1600" smtClean="0">
                        <a:latin typeface="Cambria Math" panose="02040503050406030204" pitchFamily="18" charset="0"/>
                      </a:rPr>
                      <m:t>10</m:t>
                    </m:r>
                    <m:func>
                      <m:funcPr>
                        <m:ctrlPr>
                          <a:rPr lang="fr-FR" sz="1600" i="1">
                            <a:latin typeface="Cambria Math" panose="02040503050406030204" pitchFamily="18" charset="0"/>
                          </a:rPr>
                        </m:ctrlPr>
                      </m:funcPr>
                      <m:fName>
                        <m:sSub>
                          <m:sSubPr>
                            <m:ctrlPr>
                              <a:rPr lang="fr-FR" sz="1600" i="0">
                                <a:latin typeface="Cambria Math" panose="02040503050406030204" pitchFamily="18" charset="0"/>
                              </a:rPr>
                            </m:ctrlPr>
                          </m:sSubPr>
                          <m:e>
                            <m:r>
                              <m:rPr>
                                <m:sty m:val="p"/>
                              </m:rPr>
                              <a:rPr lang="fr-FR" sz="1600" i="0">
                                <a:latin typeface="Cambria Math" panose="02040503050406030204" pitchFamily="18" charset="0"/>
                              </a:rPr>
                              <m:t>log</m:t>
                            </m:r>
                          </m:e>
                          <m:sub>
                            <m:r>
                              <a:rPr lang="fr-FR" sz="1600" i="0">
                                <a:latin typeface="Cambria Math" panose="02040503050406030204" pitchFamily="18" charset="0"/>
                              </a:rPr>
                              <m:t>10</m:t>
                            </m:r>
                          </m:sub>
                        </m:sSub>
                      </m:fName>
                      <m:e>
                        <m:d>
                          <m:dPr>
                            <m:ctrlPr>
                              <a:rPr lang="fr-FR" sz="1600" i="0">
                                <a:latin typeface="Cambria Math" panose="02040503050406030204" pitchFamily="18" charset="0"/>
                              </a:rPr>
                            </m:ctrlPr>
                          </m:dPr>
                          <m:e>
                            <m:r>
                              <a:rPr lang="fr-FR" sz="1600" i="0">
                                <a:latin typeface="Cambria Math" panose="02040503050406030204" pitchFamily="18" charset="0"/>
                              </a:rPr>
                              <m:t>3</m:t>
                            </m:r>
                          </m:e>
                        </m:d>
                      </m:e>
                    </m:func>
                    <m:r>
                      <a:rPr lang="fr-FR" sz="1600" i="0">
                        <a:latin typeface="Cambria Math" panose="02040503050406030204" pitchFamily="18" charset="0"/>
                      </a:rPr>
                      <m:t>≈</m:t>
                    </m:r>
                    <m:r>
                      <a:rPr lang="fr-FR" sz="1600" b="1" i="0">
                        <a:latin typeface="Cambria Math" panose="02040503050406030204" pitchFamily="18" charset="0"/>
                      </a:rPr>
                      <m:t>𝟒</m:t>
                    </m:r>
                    <m:r>
                      <a:rPr lang="fr-FR" sz="1600" b="1" i="0">
                        <a:latin typeface="Cambria Math" panose="02040503050406030204" pitchFamily="18" charset="0"/>
                      </a:rPr>
                      <m:t>,</m:t>
                    </m:r>
                    <m:r>
                      <a:rPr lang="fr-FR" sz="1600" b="1" i="0">
                        <a:latin typeface="Cambria Math" panose="02040503050406030204" pitchFamily="18" charset="0"/>
                      </a:rPr>
                      <m:t>𝟕𝟕</m:t>
                    </m:r>
                    <m:r>
                      <m:rPr>
                        <m:nor/>
                      </m:rPr>
                      <a:rPr lang="fr-FR" sz="1600" b="1" i="0">
                        <a:latin typeface="Cambria Math" panose="02040503050406030204" pitchFamily="18" charset="0"/>
                      </a:rPr>
                      <m:t> dB</m:t>
                    </m:r>
                  </m:oMath>
                </a14:m>
                <a:r>
                  <a:rPr lang="fr-FR" sz="1600" b="1">
                    <a:effectLst/>
                    <a:latin typeface="Google Sans Text"/>
                  </a:rPr>
                  <a:t> </a:t>
                </a:r>
                <a:r>
                  <a:rPr lang="fr-FR" sz="1600">
                    <a:effectLst/>
                    <a:latin typeface="Google Sans Text"/>
                  </a:rPr>
                  <a:t>par bit utile.</a:t>
                </a:r>
              </a:p>
              <a:p>
                <a:pPr/>
                <a14:m>
                  <m:oMathPara xmlns:m="http://schemas.openxmlformats.org/officeDocument/2006/math">
                    <m:oMathParaPr>
                      <m:jc m:val="left"/>
                    </m:oMathParaPr>
                    <m:oMath>
                      <m:d>
                        <m:dPr>
                          <m:ctrlPr>
                            <a:rPr lang="fr-FR" sz="1400" i="1">
                              <a:latin typeface="Cambria Math" panose="02040503050406030204" pitchFamily="18" charset="0"/>
                            </a:rPr>
                          </m:ctrlPr>
                        </m:dPr>
                        <m:e>
                          <m:f>
                            <m:fPr>
                              <m:ctrlPr>
                                <a:rPr lang="fr-FR" sz="1400" i="1">
                                  <a:latin typeface="Cambria Math" panose="02040503050406030204" pitchFamily="18" charset="0"/>
                                </a:rPr>
                              </m:ctrlPr>
                            </m:fPr>
                            <m:num>
                              <m:sSub>
                                <m:sSubPr>
                                  <m:ctrlPr>
                                    <a:rPr lang="fr-FR" sz="1400" i="1">
                                      <a:latin typeface="Cambria Math" panose="02040503050406030204" pitchFamily="18" charset="0"/>
                                    </a:rPr>
                                  </m:ctrlPr>
                                </m:sSubPr>
                                <m:e>
                                  <m:r>
                                    <a:rPr lang="fr-FR" sz="1400" i="1">
                                      <a:latin typeface="Cambria Math" panose="02040503050406030204" pitchFamily="18" charset="0"/>
                                    </a:rPr>
                                    <m:t>𝐸</m:t>
                                  </m:r>
                                </m:e>
                                <m:sub>
                                  <m:r>
                                    <a:rPr lang="fr-FR" sz="1400" i="1">
                                      <a:latin typeface="Cambria Math" panose="02040503050406030204" pitchFamily="18" charset="0"/>
                                    </a:rPr>
                                    <m:t>𝑏</m:t>
                                  </m:r>
                                  <m:r>
                                    <a:rPr lang="fr-FR" sz="1400">
                                      <a:latin typeface="Cambria Math" panose="02040503050406030204" pitchFamily="18" charset="0"/>
                                    </a:rPr>
                                    <m:t>,</m:t>
                                  </m:r>
                                  <m:r>
                                    <m:rPr>
                                      <m:nor/>
                                    </m:rPr>
                                    <a:rPr lang="fr-FR" sz="1400" i="0"/>
                                    <m:t>utile</m:t>
                                  </m:r>
                                </m:sub>
                              </m:sSub>
                            </m:num>
                            <m:den>
                              <m:sSub>
                                <m:sSubPr>
                                  <m:ctrlPr>
                                    <a:rPr lang="fr-FR" sz="1400" i="1">
                                      <a:latin typeface="Cambria Math" panose="02040503050406030204" pitchFamily="18" charset="0"/>
                                    </a:rPr>
                                  </m:ctrlPr>
                                </m:sSubPr>
                                <m:e>
                                  <m:r>
                                    <a:rPr lang="fr-FR" sz="1400" i="1">
                                      <a:latin typeface="Cambria Math" panose="02040503050406030204" pitchFamily="18" charset="0"/>
                                    </a:rPr>
                                    <m:t>𝑁</m:t>
                                  </m:r>
                                </m:e>
                                <m:sub>
                                  <m:r>
                                    <a:rPr lang="fr-FR" sz="1400">
                                      <a:latin typeface="Cambria Math" panose="02040503050406030204" pitchFamily="18" charset="0"/>
                                    </a:rPr>
                                    <m:t>0</m:t>
                                  </m:r>
                                </m:sub>
                              </m:sSub>
                            </m:den>
                          </m:f>
                        </m:e>
                      </m:d>
                      <m:r>
                        <a:rPr lang="fr-FR" sz="1400">
                          <a:latin typeface="Cambria Math" panose="02040503050406030204" pitchFamily="18" charset="0"/>
                        </a:rPr>
                        <m:t>=3,4</m:t>
                      </m:r>
                      <m:r>
                        <m:rPr>
                          <m:nor/>
                        </m:rPr>
                        <a:rPr lang="fr-FR" sz="1400" i="0"/>
                        <m:t> dB</m:t>
                      </m:r>
                      <m:r>
                        <a:rPr lang="fr-FR" sz="1400">
                          <a:latin typeface="Cambria Math" panose="02040503050406030204" pitchFamily="18" charset="0"/>
                        </a:rPr>
                        <m:t>+4,77</m:t>
                      </m:r>
                      <m:r>
                        <m:rPr>
                          <m:nor/>
                        </m:rPr>
                        <a:rPr lang="fr-FR" sz="1400" i="0"/>
                        <m:t> d</m:t>
                      </m:r>
                      <m:r>
                        <m:rPr>
                          <m:nor/>
                        </m:rPr>
                        <a:rPr lang="fr-FR" sz="1400" i="0" smtClean="0"/>
                        <m:t>B</m:t>
                      </m:r>
                      <m:r>
                        <a:rPr lang="fr-FR" sz="1400">
                          <a:latin typeface="Cambria Math" panose="02040503050406030204" pitchFamily="18" charset="0"/>
                        </a:rPr>
                        <m:t>=</m:t>
                      </m:r>
                      <m:r>
                        <a:rPr lang="fr-FR" sz="1400" b="1" i="1">
                          <a:latin typeface="Cambria Math" panose="02040503050406030204" pitchFamily="18" charset="0"/>
                        </a:rPr>
                        <m:t>𝟖</m:t>
                      </m:r>
                      <m:r>
                        <a:rPr lang="fr-FR" sz="1400" b="1">
                          <a:latin typeface="Cambria Math" panose="02040503050406030204" pitchFamily="18" charset="0"/>
                        </a:rPr>
                        <m:t>,</m:t>
                      </m:r>
                      <m:r>
                        <a:rPr lang="fr-FR" sz="1400" b="1" i="1">
                          <a:latin typeface="Cambria Math" panose="02040503050406030204" pitchFamily="18" charset="0"/>
                        </a:rPr>
                        <m:t>𝟏𝟕</m:t>
                      </m:r>
                      <m:r>
                        <m:rPr>
                          <m:nor/>
                        </m:rPr>
                        <a:rPr lang="fr-FR" sz="1400" b="1" i="0"/>
                        <m:t> dB</m:t>
                      </m:r>
                      <m:r>
                        <a:rPr lang="fr-FR" sz="1400" b="1" i="1" smtClean="0">
                          <a:latin typeface="Cambria Math" panose="02040503050406030204" pitchFamily="18" charset="0"/>
                        </a:rPr>
                        <m:t> </m:t>
                      </m:r>
                      <m:d>
                        <m:dPr>
                          <m:ctrlPr>
                            <a:rPr lang="fr-FR" sz="1400">
                              <a:latin typeface="Cambria Math" panose="02040503050406030204" pitchFamily="18" charset="0"/>
                            </a:rPr>
                          </m:ctrlPr>
                        </m:dPr>
                        <m:e>
                          <m:r>
                            <a:rPr lang="fr-FR" sz="1400">
                              <a:latin typeface="Cambria Math" panose="02040503050406030204" pitchFamily="18" charset="0"/>
                            </a:rPr>
                            <m:t>6,8</m:t>
                          </m:r>
                          <m:r>
                            <m:rPr>
                              <m:nor/>
                            </m:rPr>
                            <a:rPr lang="fr-FR" sz="1400" i="0"/>
                            <m:t> dB sans codage</m:t>
                          </m:r>
                        </m:e>
                      </m:d>
                    </m:oMath>
                  </m:oMathPara>
                </a14:m>
                <a:endParaRPr lang="fr-FR" sz="1400"/>
              </a:p>
              <a:p>
                <a:pPr marL="0" marR="0">
                  <a:buNone/>
                </a:pPr>
                <a:endParaRPr lang="fr-FR" sz="1600">
                  <a:effectLst/>
                  <a:latin typeface="Google Sans Text"/>
                </a:endParaRPr>
              </a:p>
              <a:p>
                <a:pPr marL="0" indent="0" algn="l">
                  <a:lnSpc>
                    <a:spcPct val="100000"/>
                  </a:lnSpc>
                  <a:buNone/>
                </a:pPr>
                <a:endParaRPr lang="fr-FR" sz="1500" noProof="0"/>
              </a:p>
            </p:txBody>
          </p:sp>
        </mc:Choice>
        <mc:Fallback>
          <p:sp>
            <p:nvSpPr>
              <p:cNvPr id="8" name="Text 6"/>
              <p:cNvSpPr>
                <a:spLocks noRot="1" noChangeAspect="1" noMove="1" noResize="1" noEditPoints="1" noAdjustHandles="1" noChangeArrowheads="1" noChangeShapeType="1" noTextEdit="1"/>
              </p:cNvSpPr>
              <p:nvPr/>
            </p:nvSpPr>
            <p:spPr>
              <a:xfrm>
                <a:off x="6431280" y="2098041"/>
                <a:ext cx="5201920" cy="1611629"/>
              </a:xfrm>
              <a:prstGeom prst="rect">
                <a:avLst/>
              </a:prstGeom>
              <a:blipFill>
                <a:blip r:embed="rId3"/>
                <a:stretch>
                  <a:fillRect l="-2227" t="-3396"/>
                </a:stretch>
              </a:blipFill>
              <a:ln/>
            </p:spPr>
            <p:txBody>
              <a:bodyPr/>
              <a:lstStyle/>
              <a:p>
                <a:r>
                  <a:rPr lang="fr-FR">
                    <a:noFill/>
                  </a:rPr>
                  <a:t> </a:t>
                </a:r>
              </a:p>
            </p:txBody>
          </p:sp>
        </mc:Fallback>
      </mc:AlternateContent>
      <p:sp>
        <p:nvSpPr>
          <p:cNvPr id="9" name="Shape 7"/>
          <p:cNvSpPr/>
          <p:nvPr/>
        </p:nvSpPr>
        <p:spPr>
          <a:xfrm>
            <a:off x="812800" y="3669284"/>
            <a:ext cx="7672832" cy="2055619"/>
          </a:xfrm>
          <a:prstGeom prst="roundRect">
            <a:avLst>
              <a:gd name="adj" fmla="val 5682"/>
            </a:avLst>
          </a:prstGeom>
          <a:solidFill>
            <a:srgbClr val="14202E"/>
          </a:solidFill>
          <a:ln/>
        </p:spPr>
        <p:txBody>
          <a:bodyPr/>
          <a:lstStyle/>
          <a:p>
            <a:endParaRPr lang="fr-FR" noProof="0"/>
          </a:p>
        </p:txBody>
      </p:sp>
      <p:sp>
        <p:nvSpPr>
          <p:cNvPr id="10" name="Text 8"/>
          <p:cNvSpPr/>
          <p:nvPr/>
        </p:nvSpPr>
        <p:spPr>
          <a:xfrm>
            <a:off x="1066800" y="3923285"/>
            <a:ext cx="10360152"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F0A24A"/>
                </a:solidFill>
                <a:latin typeface="IBM Plex Sans" pitchFamily="34" charset="0"/>
                <a:ea typeface="IBM Plex Sans" pitchFamily="34" charset="-122"/>
                <a:cs typeface="IBM Plex Sans" pitchFamily="34" charset="-120"/>
              </a:rPr>
              <a:t>Bilan énergétique</a:t>
            </a:r>
            <a:endParaRPr lang="fr-FR" sz="1800" noProof="0"/>
          </a:p>
        </p:txBody>
      </p:sp>
      <p:sp>
        <p:nvSpPr>
          <p:cNvPr id="11" name="Text 9"/>
          <p:cNvSpPr/>
          <p:nvPr/>
        </p:nvSpPr>
        <p:spPr>
          <a:xfrm>
            <a:off x="1066800" y="4273806"/>
            <a:ext cx="10088880" cy="1285746"/>
          </a:xfrm>
          <a:prstGeom prst="rect">
            <a:avLst/>
          </a:prstGeom>
          <a:noFill/>
          <a:ln/>
        </p:spPr>
        <p:txBody>
          <a:bodyPr wrap="square" lIns="0" tIns="0" rIns="0" bIns="0" rtlCol="0" anchor="t">
            <a:normAutofit/>
          </a:bodyPr>
          <a:lstStyle/>
          <a:p>
            <a:pPr marL="0" indent="0" algn="l">
              <a:lnSpc>
                <a:spcPts val="2380"/>
              </a:lnSpc>
              <a:buNone/>
            </a:pPr>
            <a:r>
              <a:rPr lang="fr-FR" sz="1700" noProof="0" dirty="0">
                <a:solidFill>
                  <a:srgbClr val="F4F1EA"/>
                </a:solidFill>
                <a:latin typeface="IBM Plex Sans" pitchFamily="34" charset="0"/>
                <a:ea typeface="IBM Plex Sans" pitchFamily="34" charset="-122"/>
                <a:cs typeface="IBM Plex Sans" pitchFamily="34" charset="-120"/>
              </a:rPr>
              <a:t>Autonomie avec le codage : 4,</a:t>
            </a:r>
            <a:r>
              <a:rPr lang="fr-FR" sz="1700" dirty="0">
                <a:solidFill>
                  <a:srgbClr val="F4F1EA"/>
                </a:solidFill>
                <a:latin typeface="IBM Plex Sans" pitchFamily="34" charset="0"/>
                <a:ea typeface="IBM Plex Sans" pitchFamily="34" charset="-122"/>
                <a:cs typeface="IBM Plex Sans" pitchFamily="34" charset="-120"/>
              </a:rPr>
              <a:t>6</a:t>
            </a:r>
            <a:r>
              <a:rPr lang="fr-FR" sz="1700" noProof="0" dirty="0">
                <a:solidFill>
                  <a:srgbClr val="F4F1EA"/>
                </a:solidFill>
                <a:latin typeface="IBM Plex Sans" pitchFamily="34" charset="0"/>
                <a:ea typeface="IBM Plex Sans" pitchFamily="34" charset="-122"/>
                <a:cs typeface="IBM Plex Sans" pitchFamily="34" charset="-120"/>
              </a:rPr>
              <a:t> jours.</a:t>
            </a:r>
          </a:p>
          <a:p>
            <a:pPr marL="0" indent="0" algn="l">
              <a:lnSpc>
                <a:spcPts val="2380"/>
              </a:lnSpc>
              <a:buNone/>
            </a:pPr>
            <a:r>
              <a:rPr lang="fr-FR" sz="1700" dirty="0">
                <a:solidFill>
                  <a:srgbClr val="F4F1EA"/>
                </a:solidFill>
                <a:latin typeface="IBM Plex Sans" pitchFamily="34" charset="0"/>
                <a:ea typeface="IBM Plex Sans" pitchFamily="34" charset="-122"/>
                <a:cs typeface="IBM Plex Sans" pitchFamily="34" charset="-120"/>
              </a:rPr>
              <a:t>Autonomie sans le codage : </a:t>
            </a:r>
            <a:r>
              <a:rPr lang="fr-FR" sz="1700" noProof="0" dirty="0">
                <a:solidFill>
                  <a:srgbClr val="F4F1EA"/>
                </a:solidFill>
                <a:latin typeface="IBM Plex Sans" pitchFamily="34" charset="0"/>
                <a:ea typeface="IBM Plex Sans" pitchFamily="34" charset="-122"/>
                <a:cs typeface="IBM Plex Sans" pitchFamily="34" charset="-120"/>
              </a:rPr>
              <a:t>6,</a:t>
            </a:r>
            <a:r>
              <a:rPr lang="fr-FR" sz="1700" dirty="0">
                <a:solidFill>
                  <a:srgbClr val="F4F1EA"/>
                </a:solidFill>
                <a:latin typeface="IBM Plex Sans" pitchFamily="34" charset="0"/>
                <a:ea typeface="IBM Plex Sans" pitchFamily="34" charset="-122"/>
                <a:cs typeface="IBM Plex Sans" pitchFamily="34" charset="-120"/>
              </a:rPr>
              <a:t>3</a:t>
            </a:r>
            <a:r>
              <a:rPr lang="fr-FR" sz="1700" noProof="0" dirty="0">
                <a:solidFill>
                  <a:srgbClr val="F4F1EA"/>
                </a:solidFill>
                <a:latin typeface="IBM Plex Sans" pitchFamily="34" charset="0"/>
                <a:ea typeface="IBM Plex Sans" pitchFamily="34" charset="-122"/>
                <a:cs typeface="IBM Plex Sans" pitchFamily="34" charset="-120"/>
              </a:rPr>
              <a:t> jours sans. </a:t>
            </a:r>
          </a:p>
          <a:p>
            <a:pPr marL="0" indent="0" algn="l">
              <a:lnSpc>
                <a:spcPts val="2380"/>
              </a:lnSpc>
              <a:buNone/>
            </a:pPr>
            <a:r>
              <a:rPr lang="fr-FR" sz="1700" noProof="0" dirty="0">
                <a:solidFill>
                  <a:srgbClr val="F4F1EA"/>
                </a:solidFill>
                <a:latin typeface="IBM Plex Sans" pitchFamily="34" charset="0"/>
                <a:ea typeface="IBM Plex Sans" pitchFamily="34" charset="-122"/>
                <a:cs typeface="IBM Plex Sans" pitchFamily="34" charset="-120"/>
              </a:rPr>
              <a:t>À TEB identique, la batterie tient moins longtemps avec le codage.</a:t>
            </a:r>
          </a:p>
          <a:p>
            <a:pPr marL="0" indent="0" algn="l">
              <a:lnSpc>
                <a:spcPts val="2380"/>
              </a:lnSpc>
              <a:buNone/>
            </a:pPr>
            <a:r>
              <a:rPr lang="fr-FR" sz="1700" noProof="0" dirty="0">
                <a:solidFill>
                  <a:schemeClr val="bg1"/>
                </a:solidFill>
              </a:rPr>
              <a:t>Le gain en </a:t>
            </a:r>
            <a:r>
              <a:rPr lang="fr-FR" sz="1700" noProof="0" dirty="0" err="1">
                <a:solidFill>
                  <a:schemeClr val="bg1"/>
                </a:solidFill>
              </a:rPr>
              <a:t>SNRpb</a:t>
            </a:r>
            <a:r>
              <a:rPr lang="fr-FR" sz="1700" noProof="0" dirty="0">
                <a:solidFill>
                  <a:schemeClr val="bg1"/>
                </a:solidFill>
              </a:rPr>
              <a:t> (</a:t>
            </a:r>
            <a:r>
              <a:rPr lang="fr-FR" sz="1700" noProof="0" dirty="0" err="1">
                <a:solidFill>
                  <a:schemeClr val="bg1"/>
                </a:solidFill>
              </a:rPr>
              <a:t>Eb</a:t>
            </a:r>
            <a:r>
              <a:rPr lang="fr-FR" sz="1700" noProof="0" dirty="0">
                <a:solidFill>
                  <a:schemeClr val="bg1"/>
                </a:solidFill>
              </a:rPr>
              <a:t>/N0) ne compense pas l'énergie des bits redondants.</a:t>
            </a:r>
          </a:p>
          <a:p>
            <a:pPr marL="0" indent="0" algn="l">
              <a:lnSpc>
                <a:spcPts val="2380"/>
              </a:lnSpc>
              <a:buNone/>
            </a:pPr>
            <a:endParaRPr lang="fr-FR" sz="1700" noProof="0" dirty="0"/>
          </a:p>
        </p:txBody>
      </p:sp>
      <p:sp>
        <p:nvSpPr>
          <p:cNvPr id="12" name="Text 10"/>
          <p:cNvSpPr/>
          <p:nvPr/>
        </p:nvSpPr>
        <p:spPr>
          <a:xfrm>
            <a:off x="1066800" y="4954522"/>
            <a:ext cx="10360152" cy="274320"/>
          </a:xfrm>
          <a:prstGeom prst="rect">
            <a:avLst/>
          </a:prstGeom>
          <a:noFill/>
          <a:ln/>
        </p:spPr>
        <p:txBody>
          <a:bodyPr wrap="square" lIns="0" tIns="0" rIns="0" bIns="0" rtlCol="0" anchor="t">
            <a:normAutofit/>
          </a:bodyPr>
          <a:lstStyle/>
          <a:p>
            <a:pPr marL="0" indent="0" algn="l">
              <a:lnSpc>
                <a:spcPts val="1960"/>
              </a:lnSpc>
              <a:buNone/>
            </a:pPr>
            <a:endParaRPr lang="fr-FR" sz="1400" noProof="0"/>
          </a:p>
        </p:txBody>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Cas d'étude</a:t>
            </a:r>
            <a:endParaRPr lang="fr-FR" sz="1200" noProof="0"/>
          </a:p>
        </p:txBody>
      </p:sp>
      <p:sp>
        <p:nvSpPr>
          <p:cNvPr id="15" name="Text 13">
            <a:extLst>
              <a:ext uri="{FF2B5EF4-FFF2-40B4-BE49-F238E27FC236}">
                <a16:creationId xmlns:a16="http://schemas.microsoft.com/office/drawing/2014/main" id="{3F4D4139-E9AD-4E99-2B16-41720B16DD57}"/>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a:t>
            </a:r>
            <a:r>
              <a:rPr lang="fr-FR" sz="1200">
                <a:solidFill>
                  <a:srgbClr val="5D6670"/>
                </a:solidFill>
              </a:rPr>
              <a:t>14</a:t>
            </a:r>
            <a:r>
              <a:rPr lang="fr-FR" sz="1200" noProof="0">
                <a:solidFill>
                  <a:srgbClr val="5D6670"/>
                </a:solidFill>
              </a:rPr>
              <a:t>/19</a:t>
            </a:r>
          </a:p>
        </p:txBody>
      </p:sp>
      <p:sp>
        <p:nvSpPr>
          <p:cNvPr id="16" name="Text 2">
            <a:extLst>
              <a:ext uri="{FF2B5EF4-FFF2-40B4-BE49-F238E27FC236}">
                <a16:creationId xmlns:a16="http://schemas.microsoft.com/office/drawing/2014/main" id="{B03205EF-3C36-C51B-60D6-53B30E244ECF}"/>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Y</a:t>
            </a:r>
            <a:endParaRPr lang="fr-FR" sz="1800" noProof="0">
              <a:solidFill>
                <a:srgbClr val="C9D3DF"/>
              </a:solidFill>
            </a:endParaRPr>
          </a:p>
        </p:txBody>
      </p:sp>
      <p:pic>
        <p:nvPicPr>
          <p:cNvPr id="18" name="Image 17">
            <a:extLst>
              <a:ext uri="{FF2B5EF4-FFF2-40B4-BE49-F238E27FC236}">
                <a16:creationId xmlns:a16="http://schemas.microsoft.com/office/drawing/2014/main" id="{88C28EA0-1469-B37C-9D35-1FDBFE09F838}"/>
              </a:ext>
            </a:extLst>
          </p:cNvPr>
          <p:cNvPicPr>
            <a:picLocks noChangeAspect="1"/>
          </p:cNvPicPr>
          <p:nvPr/>
        </p:nvPicPr>
        <p:blipFill>
          <a:blip r:embed="rId4"/>
          <a:stretch>
            <a:fillRect/>
          </a:stretch>
        </p:blipFill>
        <p:spPr>
          <a:xfrm>
            <a:off x="8633061" y="3669284"/>
            <a:ext cx="3283203" cy="2375916"/>
          </a:xfrm>
          <a:prstGeom prst="rect">
            <a:avLst/>
          </a:prstGeom>
        </p:spPr>
      </p:pic>
      <p:cxnSp>
        <p:nvCxnSpPr>
          <p:cNvPr id="19" name="Connecteur droit 18">
            <a:extLst>
              <a:ext uri="{FF2B5EF4-FFF2-40B4-BE49-F238E27FC236}">
                <a16:creationId xmlns:a16="http://schemas.microsoft.com/office/drawing/2014/main" id="{6EEC6926-5304-AEA9-89A8-20D9980D3A94}"/>
              </a:ext>
            </a:extLst>
          </p:cNvPr>
          <p:cNvCxnSpPr>
            <a:cxnSpLocks/>
          </p:cNvCxnSpPr>
          <p:nvPr/>
        </p:nvCxnSpPr>
        <p:spPr>
          <a:xfrm>
            <a:off x="8908780" y="4857242"/>
            <a:ext cx="2352151" cy="0"/>
          </a:xfrm>
          <a:prstGeom prst="line">
            <a:avLst/>
          </a:prstGeom>
          <a:ln w="19050" cap="flat" cmpd="sng" algn="ctr">
            <a:solidFill>
              <a:schemeClr val="tx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 name="Connecteur droit 19">
            <a:extLst>
              <a:ext uri="{FF2B5EF4-FFF2-40B4-BE49-F238E27FC236}">
                <a16:creationId xmlns:a16="http://schemas.microsoft.com/office/drawing/2014/main" id="{CF8377FD-CFF3-C6F1-5687-DA12D13752FE}"/>
              </a:ext>
            </a:extLst>
          </p:cNvPr>
          <p:cNvCxnSpPr>
            <a:cxnSpLocks/>
          </p:cNvCxnSpPr>
          <p:nvPr/>
        </p:nvCxnSpPr>
        <p:spPr>
          <a:xfrm flipV="1">
            <a:off x="11259612" y="4857242"/>
            <a:ext cx="0" cy="988727"/>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1" name="Connecteur droit 20">
            <a:extLst>
              <a:ext uri="{FF2B5EF4-FFF2-40B4-BE49-F238E27FC236}">
                <a16:creationId xmlns:a16="http://schemas.microsoft.com/office/drawing/2014/main" id="{90CAD688-7F5A-B99B-34A5-7F233D726BB2}"/>
              </a:ext>
            </a:extLst>
          </p:cNvPr>
          <p:cNvCxnSpPr>
            <a:cxnSpLocks/>
          </p:cNvCxnSpPr>
          <p:nvPr/>
        </p:nvCxnSpPr>
        <p:spPr>
          <a:xfrm flipV="1">
            <a:off x="10066637" y="4857242"/>
            <a:ext cx="0" cy="988727"/>
          </a:xfrm>
          <a:prstGeom prst="line">
            <a:avLst/>
          </a:prstGeom>
          <a:ln w="19050"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a:effectLst/>
      </p:bgPr>
    </p:bg>
    <p:spTree>
      <p:nvGrpSpPr>
        <p:cNvPr id="1" name=""/>
        <p:cNvGrpSpPr/>
        <p:nvPr/>
      </p:nvGrpSpPr>
      <p:grpSpPr>
        <a:xfrm>
          <a:off x="0" y="0"/>
          <a:ext cx="0" cy="0"/>
          <a:chOff x="0" y="0"/>
          <a:chExt cx="0" cy="0"/>
        </a:xfrm>
      </p:grpSpPr>
      <p:sp>
        <p:nvSpPr>
          <p:cNvPr id="21" name="Shape 4">
            <a:extLst>
              <a:ext uri="{FF2B5EF4-FFF2-40B4-BE49-F238E27FC236}">
                <a16:creationId xmlns:a16="http://schemas.microsoft.com/office/drawing/2014/main" id="{30DF86C1-412B-40AC-458D-0D1623E0B27E}"/>
              </a:ext>
            </a:extLst>
          </p:cNvPr>
          <p:cNvSpPr/>
          <p:nvPr/>
        </p:nvSpPr>
        <p:spPr>
          <a:xfrm>
            <a:off x="9938195" y="3431270"/>
            <a:ext cx="1372175" cy="387489"/>
          </a:xfrm>
          <a:prstGeom prst="roundRect">
            <a:avLst>
              <a:gd name="adj" fmla="val 4270"/>
            </a:avLst>
          </a:prstGeom>
          <a:solidFill>
            <a:srgbClr val="FFFFFF"/>
          </a:solidFill>
          <a:ln w="6350">
            <a:solidFill>
              <a:srgbClr val="DDD8CC"/>
            </a:solidFill>
            <a:prstDash val="solid"/>
          </a:ln>
        </p:spPr>
        <p:txBody>
          <a:bodyPr/>
          <a:lstStyle/>
          <a:p>
            <a:endParaRPr lang="fr-FR" noProof="0"/>
          </a:p>
        </p:txBody>
      </p:sp>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fr-FR" sz="3200" b="1" i="0" noProof="0">
                <a:solidFill>
                  <a:srgbClr val="17202A"/>
                </a:solidFill>
                <a:latin typeface="IBM Plex Sans" pitchFamily="34" charset="0"/>
                <a:ea typeface="IBM Plex Sans" pitchFamily="34" charset="-122"/>
                <a:cs typeface="IBM Plex Sans" pitchFamily="34" charset="-120"/>
              </a:rPr>
              <a:t>Environnement 2 : débit maximal</a:t>
            </a:r>
            <a:endParaRPr lang="fr-FR" sz="3200" noProof="0"/>
          </a:p>
        </p:txBody>
      </p:sp>
      <p:sp>
        <p:nvSpPr>
          <p:cNvPr id="3" name="Shape 1"/>
          <p:cNvSpPr/>
          <p:nvPr/>
        </p:nvSpPr>
        <p:spPr>
          <a:xfrm>
            <a:off x="182395" y="1466217"/>
            <a:ext cx="5175250" cy="2305050"/>
          </a:xfrm>
          <a:prstGeom prst="roundRect">
            <a:avLst>
              <a:gd name="adj" fmla="val 4270"/>
            </a:avLst>
          </a:prstGeom>
          <a:solidFill>
            <a:srgbClr val="FFFFFF"/>
          </a:solidFill>
          <a:ln w="6350">
            <a:solidFill>
              <a:srgbClr val="DDD8CC"/>
            </a:solidFill>
            <a:prstDash val="solid"/>
          </a:ln>
        </p:spPr>
        <p:txBody>
          <a:bodyPr/>
          <a:lstStyle/>
          <a:p>
            <a:endParaRPr lang="fr-FR" noProof="0"/>
          </a:p>
        </p:txBody>
      </p:sp>
      <p:sp>
        <p:nvSpPr>
          <p:cNvPr id="4" name="Text 2"/>
          <p:cNvSpPr/>
          <p:nvPr/>
        </p:nvSpPr>
        <p:spPr>
          <a:xfrm>
            <a:off x="412900" y="1696721"/>
            <a:ext cx="4855667"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Cahier des charges</a:t>
            </a:r>
            <a:endParaRPr lang="fr-FR" sz="1800" noProof="0"/>
          </a:p>
        </p:txBody>
      </p:sp>
      <p:sp>
        <p:nvSpPr>
          <p:cNvPr id="5" name="Text 3"/>
          <p:cNvSpPr/>
          <p:nvPr/>
        </p:nvSpPr>
        <p:spPr>
          <a:xfrm>
            <a:off x="491132" y="2047242"/>
            <a:ext cx="4769815" cy="1518920"/>
          </a:xfrm>
          <a:prstGeom prst="rect">
            <a:avLst/>
          </a:prstGeom>
          <a:noFill/>
          <a:ln/>
        </p:spPr>
        <p:txBody>
          <a:bodyPr wrap="square" lIns="0" tIns="0" rIns="0" bIns="0" rtlCol="0" anchor="t">
            <a:normAutofit/>
          </a:bodyPr>
          <a:lstStyle/>
          <a:p>
            <a:pPr marL="175768" indent="-175768" algn="l">
              <a:lnSpc>
                <a:spcPts val="1960"/>
              </a:lnSpc>
              <a:buSzPct val="100000"/>
              <a:buChar char="•"/>
            </a:pPr>
            <a:r>
              <a:rPr lang="fr-FR" sz="1400" noProof="0" dirty="0">
                <a:solidFill>
                  <a:srgbClr val="17202A"/>
                </a:solidFill>
                <a:latin typeface="IBM Plex Sans" pitchFamily="34" charset="0"/>
                <a:ea typeface="IBM Plex Sans" pitchFamily="34" charset="-122"/>
                <a:cs typeface="IBM Plex Sans" pitchFamily="34" charset="-120"/>
              </a:rPr>
              <a:t>Deux trajets espacés de 10 µs</a:t>
            </a:r>
            <a:endParaRPr lang="fr-FR" sz="1400" noProof="0" dirty="0"/>
          </a:p>
          <a:p>
            <a:pPr marL="175768" indent="-175768" algn="l">
              <a:lnSpc>
                <a:spcPts val="1960"/>
              </a:lnSpc>
              <a:buSzPct val="100000"/>
              <a:buChar char="•"/>
            </a:pPr>
            <a:r>
              <a:rPr lang="fr-FR" sz="1400" noProof="0" dirty="0">
                <a:solidFill>
                  <a:srgbClr val="17202A"/>
                </a:solidFill>
                <a:latin typeface="IBM Plex Sans" pitchFamily="34" charset="0"/>
                <a:ea typeface="IBM Plex Sans" pitchFamily="34" charset="-122"/>
                <a:cs typeface="IBM Plex Sans" pitchFamily="34" charset="-120"/>
              </a:rPr>
              <a:t>Amplitudes relatives 1 et 0,5</a:t>
            </a:r>
            <a:endParaRPr lang="fr-FR" sz="1400" noProof="0" dirty="0"/>
          </a:p>
          <a:p>
            <a:pPr marL="175768" indent="-175768" algn="l">
              <a:lnSpc>
                <a:spcPts val="1960"/>
              </a:lnSpc>
              <a:buSzPct val="100000"/>
              <a:buChar char="•"/>
            </a:pPr>
            <a:r>
              <a:rPr lang="fr-FR" sz="1400" noProof="0" dirty="0">
                <a:solidFill>
                  <a:srgbClr val="17202A"/>
                </a:solidFill>
                <a:latin typeface="IBM Plex Sans" pitchFamily="34" charset="0"/>
                <a:ea typeface="IBM Plex Sans" pitchFamily="34" charset="-122"/>
                <a:cs typeface="IBM Plex Sans" pitchFamily="34" charset="-120"/>
              </a:rPr>
              <a:t>TEB inférieur ou égal à 10⁻² pour </a:t>
            </a:r>
            <a:r>
              <a:rPr lang="fr-FR" sz="1400" noProof="0" dirty="0" err="1">
                <a:solidFill>
                  <a:srgbClr val="17202A"/>
                </a:solidFill>
                <a:latin typeface="IBM Plex Sans" pitchFamily="34" charset="0"/>
                <a:ea typeface="IBM Plex Sans" pitchFamily="34" charset="-122"/>
                <a:cs typeface="IBM Plex Sans" pitchFamily="34" charset="-120"/>
              </a:rPr>
              <a:t>Eb</a:t>
            </a:r>
            <a:r>
              <a:rPr lang="fr-FR" sz="1400" noProof="0" dirty="0">
                <a:solidFill>
                  <a:srgbClr val="17202A"/>
                </a:solidFill>
                <a:latin typeface="IBM Plex Sans" pitchFamily="34" charset="0"/>
                <a:ea typeface="IBM Plex Sans" pitchFamily="34" charset="-122"/>
                <a:cs typeface="IBM Plex Sans" pitchFamily="34" charset="-120"/>
              </a:rPr>
              <a:t>/N0 inférieur à 15 dB</a:t>
            </a:r>
            <a:endParaRPr lang="fr-FR" sz="1400" noProof="0" dirty="0"/>
          </a:p>
          <a:p>
            <a:pPr marL="175768" indent="-175768" algn="l">
              <a:lnSpc>
                <a:spcPts val="1960"/>
              </a:lnSpc>
              <a:buSzPct val="100000"/>
              <a:buChar char="•"/>
            </a:pPr>
            <a:r>
              <a:rPr lang="fr-FR" sz="1400" noProof="0" dirty="0">
                <a:solidFill>
                  <a:srgbClr val="17202A"/>
                </a:solidFill>
                <a:latin typeface="IBM Plex Sans" pitchFamily="34" charset="0"/>
                <a:ea typeface="IBM Plex Sans" pitchFamily="34" charset="-122"/>
                <a:cs typeface="IBM Plex Sans" pitchFamily="34" charset="-120"/>
              </a:rPr>
              <a:t>Formes d'onde NRZ et NRZT uniquement [0 ; +1]</a:t>
            </a:r>
            <a:endParaRPr lang="fr-FR" sz="1400" noProof="0" dirty="0"/>
          </a:p>
          <a:p>
            <a:pPr marL="175768" indent="-175768" algn="l">
              <a:lnSpc>
                <a:spcPts val="1960"/>
              </a:lnSpc>
              <a:buSzPct val="100000"/>
              <a:buChar char="•"/>
            </a:pPr>
            <a:r>
              <a:rPr lang="fr-FR" sz="1400" noProof="0" dirty="0">
                <a:solidFill>
                  <a:srgbClr val="17202A"/>
                </a:solidFill>
                <a:latin typeface="IBM Plex Sans" pitchFamily="34" charset="0"/>
                <a:ea typeface="IBM Plex Sans" pitchFamily="34" charset="-122"/>
                <a:cs typeface="IBM Plex Sans" pitchFamily="34" charset="-120"/>
              </a:rPr>
              <a:t>Pas de contrainte de bande</a:t>
            </a:r>
            <a:endParaRPr lang="fr-FR" sz="1400" noProof="0" dirty="0"/>
          </a:p>
        </p:txBody>
      </p:sp>
      <p:sp>
        <p:nvSpPr>
          <p:cNvPr id="6" name="Shape 4"/>
          <p:cNvSpPr/>
          <p:nvPr/>
        </p:nvSpPr>
        <p:spPr>
          <a:xfrm>
            <a:off x="6200775" y="1466217"/>
            <a:ext cx="5175250" cy="1851025"/>
          </a:xfrm>
          <a:prstGeom prst="roundRect">
            <a:avLst>
              <a:gd name="adj" fmla="val 4270"/>
            </a:avLst>
          </a:prstGeom>
          <a:solidFill>
            <a:srgbClr val="FFFFFF"/>
          </a:solidFill>
          <a:ln w="6350">
            <a:solidFill>
              <a:srgbClr val="DDD8CC"/>
            </a:solidFill>
            <a:prstDash val="solid"/>
          </a:ln>
        </p:spPr>
        <p:txBody>
          <a:bodyPr/>
          <a:lstStyle/>
          <a:p>
            <a:endParaRPr lang="fr-FR" noProof="0"/>
          </a:p>
        </p:txBody>
      </p:sp>
      <p:sp>
        <p:nvSpPr>
          <p:cNvPr id="7" name="Text 5"/>
          <p:cNvSpPr/>
          <p:nvPr/>
        </p:nvSpPr>
        <p:spPr>
          <a:xfrm>
            <a:off x="6431280" y="1696721"/>
            <a:ext cx="4855667" cy="299720"/>
          </a:xfrm>
          <a:prstGeom prst="rect">
            <a:avLst/>
          </a:prstGeom>
          <a:noFill/>
          <a:ln/>
        </p:spPr>
        <p:txBody>
          <a:bodyPr wrap="square" lIns="0" tIns="0" rIns="0" bIns="0" rtlCol="0" anchor="t">
            <a:normAutofit/>
          </a:bodyPr>
          <a:lstStyle/>
          <a:p>
            <a:pPr marL="0" indent="0" algn="l">
              <a:lnSpc>
                <a:spcPts val="2160"/>
              </a:lnSpc>
              <a:buNone/>
            </a:pPr>
            <a:r>
              <a:rPr lang="fr-FR" sz="1800" b="1" noProof="0" dirty="0">
                <a:solidFill>
                  <a:srgbClr val="2457C5"/>
                </a:solidFill>
                <a:latin typeface="IBM Plex Sans" pitchFamily="34" charset="0"/>
                <a:ea typeface="IBM Plex Sans" pitchFamily="34" charset="-122"/>
                <a:cs typeface="IBM Plex Sans" pitchFamily="34" charset="-120"/>
              </a:rPr>
              <a:t>Démarche</a:t>
            </a:r>
            <a:endParaRPr lang="fr-FR" sz="1800" noProof="0" dirty="0"/>
          </a:p>
        </p:txBody>
      </p:sp>
      <p:sp>
        <p:nvSpPr>
          <p:cNvPr id="8" name="Text 6"/>
          <p:cNvSpPr/>
          <p:nvPr/>
        </p:nvSpPr>
        <p:spPr>
          <a:xfrm>
            <a:off x="6488324" y="2047242"/>
            <a:ext cx="4791003" cy="1270000"/>
          </a:xfrm>
          <a:prstGeom prst="rect">
            <a:avLst/>
          </a:prstGeom>
          <a:noFill/>
          <a:ln/>
        </p:spPr>
        <p:txBody>
          <a:bodyPr wrap="square" lIns="0" tIns="0" rIns="0" bIns="0" rtlCol="0" anchor="t">
            <a:normAutofit fontScale="92500"/>
          </a:bodyPr>
          <a:lstStyle/>
          <a:p>
            <a:pPr marL="196956" indent="-196956" algn="l">
              <a:lnSpc>
                <a:spcPts val="1960"/>
              </a:lnSpc>
              <a:buSzPct val="100000"/>
              <a:buFontTx/>
              <a:buAutoNum type="arabicPeriod"/>
            </a:pPr>
            <a:r>
              <a:rPr lang="fr-FR" sz="1400" noProof="0" dirty="0">
                <a:solidFill>
                  <a:srgbClr val="17202A"/>
                </a:solidFill>
                <a:latin typeface="IBM Plex Sans" pitchFamily="34" charset="0"/>
                <a:ea typeface="IBM Plex Sans" pitchFamily="34" charset="-122"/>
                <a:cs typeface="IBM Plex Sans" pitchFamily="34" charset="-120"/>
              </a:rPr>
              <a:t>Durée d’un échantillon : 10µs / d (d échantillons de retard)</a:t>
            </a:r>
            <a:endParaRPr lang="fr-FR" sz="1400" noProof="0" dirty="0"/>
          </a:p>
          <a:p>
            <a:pPr marL="196956" indent="-196956">
              <a:lnSpc>
                <a:spcPts val="1960"/>
              </a:lnSpc>
              <a:buSzPct val="100000"/>
              <a:buFontTx/>
              <a:buAutoNum type="arabicPeriod"/>
            </a:pPr>
            <a:r>
              <a:rPr lang="fr-FR" sz="1400" noProof="0" dirty="0">
                <a:solidFill>
                  <a:srgbClr val="17202A"/>
                </a:solidFill>
                <a:latin typeface="IBM Plex Sans" pitchFamily="34" charset="0"/>
                <a:ea typeface="IBM Plex Sans" pitchFamily="34" charset="-122"/>
                <a:cs typeface="IBM Plex Sans" pitchFamily="34" charset="-120"/>
              </a:rPr>
              <a:t>Temps binaire : 30 </a:t>
            </a:r>
            <a:r>
              <a:rPr lang="fr-FR" sz="1400" dirty="0">
                <a:solidFill>
                  <a:srgbClr val="17202A"/>
                </a:solidFill>
                <a:latin typeface="IBM Plex Sans" pitchFamily="34" charset="0"/>
                <a:ea typeface="IBM Plex Sans" pitchFamily="34" charset="-122"/>
                <a:cs typeface="IBM Plex Sans" pitchFamily="34" charset="-120"/>
              </a:rPr>
              <a:t>x 10µs / d = 300µs / d</a:t>
            </a:r>
            <a:endParaRPr lang="fr-FR" sz="1400" noProof="0" dirty="0"/>
          </a:p>
          <a:p>
            <a:pPr marL="196956" indent="-196956">
              <a:lnSpc>
                <a:spcPts val="1960"/>
              </a:lnSpc>
              <a:buSzPct val="100000"/>
              <a:buFontTx/>
              <a:buAutoNum type="arabicPeriod"/>
            </a:pPr>
            <a:r>
              <a:rPr lang="fr-FR" sz="1400" dirty="0" err="1">
                <a:solidFill>
                  <a:srgbClr val="17202A"/>
                </a:solidFill>
                <a:latin typeface="IBM Plex Sans" pitchFamily="34" charset="0"/>
              </a:rPr>
              <a:t>Db</a:t>
            </a:r>
            <a:r>
              <a:rPr lang="fr-FR" sz="1400" dirty="0">
                <a:solidFill>
                  <a:srgbClr val="17202A"/>
                </a:solidFill>
                <a:latin typeface="IBM Plex Sans" pitchFamily="34" charset="0"/>
              </a:rPr>
              <a:t> : 1 / Tps binaire = 1 / </a:t>
            </a:r>
            <a:r>
              <a:rPr lang="fr-FR" sz="1400" dirty="0">
                <a:solidFill>
                  <a:srgbClr val="17202A"/>
                </a:solidFill>
                <a:latin typeface="IBM Plex Sans" pitchFamily="34" charset="0"/>
                <a:ea typeface="IBM Plex Sans" pitchFamily="34" charset="-122"/>
                <a:cs typeface="IBM Plex Sans" pitchFamily="34" charset="-120"/>
              </a:rPr>
              <a:t>300µs / d</a:t>
            </a:r>
            <a:endParaRPr lang="fr-FR" sz="1400" noProof="0" dirty="0"/>
          </a:p>
          <a:p>
            <a:pPr marL="196956" indent="-196956" algn="l">
              <a:lnSpc>
                <a:spcPts val="1960"/>
              </a:lnSpc>
              <a:buSzPct val="100000"/>
              <a:buFontTx/>
              <a:buAutoNum type="arabicPeriod"/>
            </a:pPr>
            <a:r>
              <a:rPr lang="fr-FR" sz="1400" noProof="0" dirty="0">
                <a:solidFill>
                  <a:srgbClr val="17202A"/>
                </a:solidFill>
                <a:latin typeface="IBM Plex Sans" pitchFamily="34" charset="0"/>
                <a:ea typeface="IBM Plex Sans" pitchFamily="34" charset="-122"/>
                <a:cs typeface="IBM Plex Sans" pitchFamily="34" charset="-120"/>
              </a:rPr>
              <a:t>On retient le plus grand D avec TEB inférieur ou égal à 10⁻²</a:t>
            </a:r>
            <a:endParaRPr lang="fr-FR" sz="1400" noProof="0" dirty="0"/>
          </a:p>
        </p:txBody>
      </p:sp>
      <p:sp>
        <p:nvSpPr>
          <p:cNvPr id="9" name="Shape 7"/>
          <p:cNvSpPr/>
          <p:nvPr/>
        </p:nvSpPr>
        <p:spPr>
          <a:xfrm>
            <a:off x="179220" y="3977641"/>
            <a:ext cx="5283200" cy="1320798"/>
          </a:xfrm>
          <a:prstGeom prst="roundRect">
            <a:avLst>
              <a:gd name="adj" fmla="val 9456"/>
            </a:avLst>
          </a:prstGeom>
          <a:solidFill>
            <a:srgbClr val="14202E"/>
          </a:solidFill>
          <a:ln/>
        </p:spPr>
        <p:txBody>
          <a:bodyPr/>
          <a:lstStyle/>
          <a:p>
            <a:endParaRPr lang="fr-FR" noProof="0"/>
          </a:p>
        </p:txBody>
      </p:sp>
      <p:sp>
        <p:nvSpPr>
          <p:cNvPr id="10" name="Text 8"/>
          <p:cNvSpPr/>
          <p:nvPr/>
        </p:nvSpPr>
        <p:spPr>
          <a:xfrm>
            <a:off x="407820" y="4206242"/>
            <a:ext cx="4680974" cy="504828"/>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F0A24A"/>
                </a:solidFill>
                <a:latin typeface="IBM Plex Sans" pitchFamily="34" charset="0"/>
                <a:ea typeface="IBM Plex Sans" pitchFamily="34" charset="-122"/>
                <a:cs typeface="IBM Plex Sans" pitchFamily="34" charset="-120"/>
              </a:rPr>
              <a:t>Q4 : débit proposé</a:t>
            </a:r>
            <a:endParaRPr lang="fr-FR" sz="1800" noProof="0"/>
          </a:p>
        </p:txBody>
      </p:sp>
      <p:sp>
        <p:nvSpPr>
          <p:cNvPr id="11" name="Text 9"/>
          <p:cNvSpPr/>
          <p:nvPr/>
        </p:nvSpPr>
        <p:spPr>
          <a:xfrm>
            <a:off x="407820" y="4543728"/>
            <a:ext cx="10412476" cy="1224610"/>
          </a:xfrm>
          <a:prstGeom prst="rect">
            <a:avLst/>
          </a:prstGeom>
          <a:noFill/>
          <a:ln/>
        </p:spPr>
        <p:txBody>
          <a:bodyPr wrap="square" lIns="0" tIns="0" rIns="0" bIns="0" rtlCol="0" anchor="t">
            <a:normAutofit/>
          </a:bodyPr>
          <a:lstStyle/>
          <a:p>
            <a:pPr>
              <a:lnSpc>
                <a:spcPts val="2100"/>
              </a:lnSpc>
            </a:pPr>
            <a:r>
              <a:rPr lang="fr-FR" sz="1500" noProof="0">
                <a:solidFill>
                  <a:srgbClr val="F4F1EA"/>
                </a:solidFill>
                <a:latin typeface="IBM Plex Sans" pitchFamily="34" charset="0"/>
                <a:ea typeface="IBM Plex Sans" pitchFamily="34" charset="-122"/>
                <a:cs typeface="IBM Plex Sans" pitchFamily="34" charset="-120"/>
              </a:rPr>
              <a:t>Débit maximal : </a:t>
            </a:r>
            <a:r>
              <a:rPr lang="fr-FR" sz="1500">
                <a:solidFill>
                  <a:srgbClr val="F4F1EA"/>
                </a:solidFill>
                <a:latin typeface="IBM Plex Sans" pitchFamily="34" charset="0"/>
                <a:ea typeface="IBM Plex Sans" pitchFamily="34" charset="-122"/>
                <a:cs typeface="IBM Plex Sans" pitchFamily="34" charset="-120"/>
              </a:rPr>
              <a:t>56,7</a:t>
            </a:r>
            <a:r>
              <a:rPr lang="fr-FR" sz="1500" noProof="0">
                <a:solidFill>
                  <a:srgbClr val="F4F1EA"/>
                </a:solidFill>
                <a:latin typeface="IBM Plex Sans" pitchFamily="34" charset="0"/>
                <a:ea typeface="IBM Plex Sans" pitchFamily="34" charset="-122"/>
                <a:cs typeface="IBM Plex Sans" pitchFamily="34" charset="-120"/>
              </a:rPr>
              <a:t> kbit/s, avec la forme d'onde </a:t>
            </a:r>
            <a:r>
              <a:rPr lang="fr-FR" sz="1500">
                <a:solidFill>
                  <a:srgbClr val="F4F1EA"/>
                </a:solidFill>
                <a:latin typeface="IBM Plex Sans" pitchFamily="34" charset="0"/>
                <a:ea typeface="IBM Plex Sans" pitchFamily="34" charset="-122"/>
                <a:cs typeface="IBM Plex Sans" pitchFamily="34" charset="-120"/>
              </a:rPr>
              <a:t>NRZ</a:t>
            </a:r>
          </a:p>
          <a:p>
            <a:pPr>
              <a:lnSpc>
                <a:spcPts val="2100"/>
              </a:lnSpc>
            </a:pPr>
            <a:r>
              <a:rPr lang="fr-FR" sz="1500">
                <a:solidFill>
                  <a:srgbClr val="F4F1EA"/>
                </a:solidFill>
                <a:latin typeface="IBM Plex Sans" pitchFamily="34" charset="0"/>
                <a:ea typeface="IBM Plex Sans" pitchFamily="34" charset="-122"/>
                <a:cs typeface="IBM Plex Sans" pitchFamily="34" charset="-120"/>
              </a:rPr>
              <a:t>Débit maximal : 27,6 kbit/s, avec la forme d'onde NRZT</a:t>
            </a:r>
          </a:p>
          <a:p>
            <a:pPr marL="0" indent="0" algn="l">
              <a:lnSpc>
                <a:spcPts val="2100"/>
              </a:lnSpc>
              <a:buNone/>
            </a:pPr>
            <a:endParaRPr lang="fr-FR" sz="1500">
              <a:solidFill>
                <a:srgbClr val="F4F1EA"/>
              </a:solidFill>
              <a:latin typeface="IBM Plex Sans" pitchFamily="34" charset="0"/>
              <a:ea typeface="IBM Plex Sans" pitchFamily="34" charset="-122"/>
              <a:cs typeface="IBM Plex Sans" pitchFamily="34" charset="-120"/>
            </a:endParaRPr>
          </a:p>
          <a:p>
            <a:pPr marL="0" indent="0" algn="l">
              <a:lnSpc>
                <a:spcPts val="2100"/>
              </a:lnSpc>
              <a:buNone/>
            </a:pPr>
            <a:endParaRPr lang="fr-FR" sz="1500" noProof="0"/>
          </a:p>
        </p:txBody>
      </p:sp>
      <p:sp>
        <p:nvSpPr>
          <p:cNvPr id="12" name="Text 10"/>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Cas d'étude</a:t>
            </a:r>
            <a:endParaRPr lang="fr-FR" sz="1200" noProof="0"/>
          </a:p>
        </p:txBody>
      </p:sp>
      <p:sp>
        <p:nvSpPr>
          <p:cNvPr id="14" name="Text 13">
            <a:extLst>
              <a:ext uri="{FF2B5EF4-FFF2-40B4-BE49-F238E27FC236}">
                <a16:creationId xmlns:a16="http://schemas.microsoft.com/office/drawing/2014/main" id="{C1A62D63-EFD7-BFEA-D67D-6F24B51F5931}"/>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a:t>
            </a:r>
            <a:r>
              <a:rPr lang="fr-FR" sz="1200">
                <a:solidFill>
                  <a:srgbClr val="5D6670"/>
                </a:solidFill>
              </a:rPr>
              <a:t>15</a:t>
            </a:r>
            <a:r>
              <a:rPr lang="fr-FR" sz="1200" noProof="0">
                <a:solidFill>
                  <a:srgbClr val="5D6670"/>
                </a:solidFill>
              </a:rPr>
              <a:t>/19</a:t>
            </a:r>
          </a:p>
        </p:txBody>
      </p:sp>
      <p:sp>
        <p:nvSpPr>
          <p:cNvPr id="15" name="Text 2">
            <a:extLst>
              <a:ext uri="{FF2B5EF4-FFF2-40B4-BE49-F238E27FC236}">
                <a16:creationId xmlns:a16="http://schemas.microsoft.com/office/drawing/2014/main" id="{839F134F-E720-FD87-172D-38FD4C1FFA9D}"/>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E</a:t>
            </a:r>
            <a:endParaRPr lang="fr-FR" sz="1800" noProof="0">
              <a:solidFill>
                <a:srgbClr val="C9D3DF"/>
              </a:solidFill>
            </a:endParaRPr>
          </a:p>
        </p:txBody>
      </p:sp>
      <p:graphicFrame>
        <p:nvGraphicFramePr>
          <p:cNvPr id="17" name="Tableau 16">
            <a:extLst>
              <a:ext uri="{FF2B5EF4-FFF2-40B4-BE49-F238E27FC236}">
                <a16:creationId xmlns:a16="http://schemas.microsoft.com/office/drawing/2014/main" id="{A2FC12DE-F466-812C-5D37-589B3475267E}"/>
              </a:ext>
            </a:extLst>
          </p:cNvPr>
          <p:cNvGraphicFramePr>
            <a:graphicFrameLocks noGrp="1"/>
          </p:cNvGraphicFramePr>
          <p:nvPr>
            <p:extLst>
              <p:ext uri="{D42A27DB-BD31-4B8C-83A1-F6EECF244321}">
                <p14:modId xmlns:p14="http://schemas.microsoft.com/office/powerpoint/2010/main" val="3750181293"/>
              </p:ext>
            </p:extLst>
          </p:nvPr>
        </p:nvGraphicFramePr>
        <p:xfrm>
          <a:off x="5771157" y="3504710"/>
          <a:ext cx="3674433" cy="2636200"/>
        </p:xfrm>
        <a:graphic>
          <a:graphicData uri="http://schemas.openxmlformats.org/drawingml/2006/table">
            <a:tbl>
              <a:tblPr>
                <a:tableStyleId>{5C22544A-7EE6-4342-B048-85BDC9FD1C3A}</a:tableStyleId>
              </a:tblPr>
              <a:tblGrid>
                <a:gridCol w="544899">
                  <a:extLst>
                    <a:ext uri="{9D8B030D-6E8A-4147-A177-3AD203B41FA5}">
                      <a16:colId xmlns:a16="http://schemas.microsoft.com/office/drawing/2014/main" val="795182996"/>
                    </a:ext>
                  </a:extLst>
                </a:gridCol>
                <a:gridCol w="1812011">
                  <a:extLst>
                    <a:ext uri="{9D8B030D-6E8A-4147-A177-3AD203B41FA5}">
                      <a16:colId xmlns:a16="http://schemas.microsoft.com/office/drawing/2014/main" val="2309292898"/>
                    </a:ext>
                  </a:extLst>
                </a:gridCol>
                <a:gridCol w="1317523">
                  <a:extLst>
                    <a:ext uri="{9D8B030D-6E8A-4147-A177-3AD203B41FA5}">
                      <a16:colId xmlns:a16="http://schemas.microsoft.com/office/drawing/2014/main" val="1443240525"/>
                    </a:ext>
                  </a:extLst>
                </a:gridCol>
              </a:tblGrid>
              <a:tr h="376600">
                <a:tc>
                  <a:txBody>
                    <a:bodyPr/>
                    <a:lstStyle/>
                    <a:p>
                      <a:pPr>
                        <a:buNone/>
                      </a:pPr>
                      <a:r>
                        <a:rPr lang="fr-FR"/>
                        <a:t>d</a:t>
                      </a:r>
                    </a:p>
                  </a:txBody>
                  <a:tcPr anchor="ctr">
                    <a:solidFill>
                      <a:schemeClr val="bg2"/>
                    </a:solidFill>
                  </a:tcPr>
                </a:tc>
                <a:tc>
                  <a:txBody>
                    <a:bodyPr/>
                    <a:lstStyle/>
                    <a:p>
                      <a:pPr>
                        <a:buNone/>
                      </a:pPr>
                      <a:r>
                        <a:rPr lang="fr-FR"/>
                        <a:t>Débit</a:t>
                      </a:r>
                    </a:p>
                  </a:txBody>
                  <a:tcPr anchor="ctr">
                    <a:solidFill>
                      <a:schemeClr val="bg2"/>
                    </a:solidFill>
                  </a:tcPr>
                </a:tc>
                <a:tc>
                  <a:txBody>
                    <a:bodyPr/>
                    <a:lstStyle/>
                    <a:p>
                      <a:pPr>
                        <a:buNone/>
                      </a:pPr>
                      <a:r>
                        <a:rPr lang="fr-FR"/>
                        <a:t>TEB</a:t>
                      </a:r>
                    </a:p>
                  </a:txBody>
                  <a:tcPr anchor="ctr">
                    <a:solidFill>
                      <a:schemeClr val="bg2"/>
                    </a:solidFill>
                  </a:tcPr>
                </a:tc>
                <a:extLst>
                  <a:ext uri="{0D108BD9-81ED-4DB2-BD59-A6C34878D82A}">
                    <a16:rowId xmlns:a16="http://schemas.microsoft.com/office/drawing/2014/main" val="1616496225"/>
                  </a:ext>
                </a:extLst>
              </a:tr>
              <a:tr h="376600">
                <a:tc>
                  <a:txBody>
                    <a:bodyPr/>
                    <a:lstStyle/>
                    <a:p>
                      <a:pPr>
                        <a:buNone/>
                      </a:pPr>
                      <a:r>
                        <a:rPr lang="fr-FR"/>
                        <a:t>15</a:t>
                      </a:r>
                    </a:p>
                  </a:txBody>
                  <a:tcPr anchor="ctr">
                    <a:solidFill>
                      <a:schemeClr val="bg2"/>
                    </a:solidFill>
                  </a:tcPr>
                </a:tc>
                <a:tc>
                  <a:txBody>
                    <a:bodyPr/>
                    <a:lstStyle/>
                    <a:p>
                      <a:pPr>
                        <a:buNone/>
                      </a:pPr>
                      <a:r>
                        <a:rPr lang="fr-FR"/>
                        <a:t>50 kbit/s</a:t>
                      </a:r>
                    </a:p>
                  </a:txBody>
                  <a:tcPr anchor="ctr">
                    <a:solidFill>
                      <a:schemeClr val="bg2"/>
                    </a:solidFill>
                  </a:tcPr>
                </a:tc>
                <a:tc>
                  <a:txBody>
                    <a:bodyPr/>
                    <a:lstStyle/>
                    <a:p>
                      <a:pPr>
                        <a:buNone/>
                      </a:pPr>
                      <a:r>
                        <a:rPr lang="fr-FR"/>
                        <a:t>5,96×10⁻³</a:t>
                      </a:r>
                    </a:p>
                  </a:txBody>
                  <a:tcPr anchor="ctr">
                    <a:solidFill>
                      <a:schemeClr val="bg2"/>
                    </a:solidFill>
                  </a:tcPr>
                </a:tc>
                <a:extLst>
                  <a:ext uri="{0D108BD9-81ED-4DB2-BD59-A6C34878D82A}">
                    <a16:rowId xmlns:a16="http://schemas.microsoft.com/office/drawing/2014/main" val="3149635797"/>
                  </a:ext>
                </a:extLst>
              </a:tr>
              <a:tr h="376600">
                <a:tc>
                  <a:txBody>
                    <a:bodyPr/>
                    <a:lstStyle/>
                    <a:p>
                      <a:pPr>
                        <a:buNone/>
                      </a:pPr>
                      <a:r>
                        <a:rPr lang="fr-FR"/>
                        <a:t>16</a:t>
                      </a:r>
                    </a:p>
                  </a:txBody>
                  <a:tcPr anchor="ctr">
                    <a:solidFill>
                      <a:schemeClr val="bg2"/>
                    </a:solidFill>
                  </a:tcPr>
                </a:tc>
                <a:tc>
                  <a:txBody>
                    <a:bodyPr/>
                    <a:lstStyle/>
                    <a:p>
                      <a:pPr>
                        <a:buNone/>
                      </a:pPr>
                      <a:r>
                        <a:rPr lang="fr-FR"/>
                        <a:t>53,3 kbit/s</a:t>
                      </a:r>
                    </a:p>
                  </a:txBody>
                  <a:tcPr anchor="ctr">
                    <a:solidFill>
                      <a:schemeClr val="bg2"/>
                    </a:solidFill>
                  </a:tcPr>
                </a:tc>
                <a:tc>
                  <a:txBody>
                    <a:bodyPr/>
                    <a:lstStyle/>
                    <a:p>
                      <a:pPr>
                        <a:buNone/>
                      </a:pPr>
                      <a:r>
                        <a:rPr lang="fr-FR"/>
                        <a:t>8,14×10⁻³</a:t>
                      </a:r>
                    </a:p>
                  </a:txBody>
                  <a:tcPr anchor="ctr">
                    <a:solidFill>
                      <a:schemeClr val="bg2"/>
                    </a:solidFill>
                  </a:tcPr>
                </a:tc>
                <a:extLst>
                  <a:ext uri="{0D108BD9-81ED-4DB2-BD59-A6C34878D82A}">
                    <a16:rowId xmlns:a16="http://schemas.microsoft.com/office/drawing/2014/main" val="3197360962"/>
                  </a:ext>
                </a:extLst>
              </a:tr>
              <a:tr h="376600">
                <a:tc>
                  <a:txBody>
                    <a:bodyPr/>
                    <a:lstStyle/>
                    <a:p>
                      <a:pPr>
                        <a:buNone/>
                      </a:pPr>
                      <a:r>
                        <a:rPr lang="fr-FR"/>
                        <a:t>17</a:t>
                      </a:r>
                    </a:p>
                  </a:txBody>
                  <a:tcPr anchor="ctr">
                    <a:solidFill>
                      <a:schemeClr val="bg2">
                        <a:lumMod val="75000"/>
                      </a:schemeClr>
                    </a:solidFill>
                  </a:tcPr>
                </a:tc>
                <a:tc>
                  <a:txBody>
                    <a:bodyPr/>
                    <a:lstStyle/>
                    <a:p>
                      <a:pPr>
                        <a:buNone/>
                      </a:pPr>
                      <a:r>
                        <a:rPr lang="fr-FR"/>
                        <a:t>56,7 kbit/s</a:t>
                      </a:r>
                    </a:p>
                  </a:txBody>
                  <a:tcPr anchor="ctr">
                    <a:solidFill>
                      <a:schemeClr val="bg2">
                        <a:lumMod val="75000"/>
                      </a:schemeClr>
                    </a:solidFill>
                  </a:tcPr>
                </a:tc>
                <a:tc>
                  <a:txBody>
                    <a:bodyPr/>
                    <a:lstStyle/>
                    <a:p>
                      <a:pPr>
                        <a:buNone/>
                      </a:pPr>
                      <a:r>
                        <a:rPr lang="fr-FR"/>
                        <a:t>9,79×10⁻³</a:t>
                      </a:r>
                    </a:p>
                  </a:txBody>
                  <a:tcPr anchor="ctr">
                    <a:solidFill>
                      <a:schemeClr val="bg2">
                        <a:lumMod val="75000"/>
                      </a:schemeClr>
                    </a:solidFill>
                  </a:tcPr>
                </a:tc>
                <a:extLst>
                  <a:ext uri="{0D108BD9-81ED-4DB2-BD59-A6C34878D82A}">
                    <a16:rowId xmlns:a16="http://schemas.microsoft.com/office/drawing/2014/main" val="2609760155"/>
                  </a:ext>
                </a:extLst>
              </a:tr>
              <a:tr h="376600">
                <a:tc>
                  <a:txBody>
                    <a:bodyPr/>
                    <a:lstStyle/>
                    <a:p>
                      <a:pPr>
                        <a:buNone/>
                      </a:pPr>
                      <a:r>
                        <a:rPr lang="fr-FR"/>
                        <a:t>18</a:t>
                      </a:r>
                    </a:p>
                  </a:txBody>
                  <a:tcPr anchor="ctr">
                    <a:solidFill>
                      <a:schemeClr val="bg2"/>
                    </a:solidFill>
                  </a:tcPr>
                </a:tc>
                <a:tc>
                  <a:txBody>
                    <a:bodyPr/>
                    <a:lstStyle/>
                    <a:p>
                      <a:pPr>
                        <a:buNone/>
                      </a:pPr>
                      <a:r>
                        <a:rPr lang="fr-FR"/>
                        <a:t>60 kbit/s</a:t>
                      </a:r>
                    </a:p>
                  </a:txBody>
                  <a:tcPr anchor="ctr">
                    <a:solidFill>
                      <a:schemeClr val="bg2"/>
                    </a:solidFill>
                  </a:tcPr>
                </a:tc>
                <a:tc>
                  <a:txBody>
                    <a:bodyPr/>
                    <a:lstStyle/>
                    <a:p>
                      <a:pPr>
                        <a:buNone/>
                      </a:pPr>
                      <a:r>
                        <a:rPr lang="fr-FR"/>
                        <a:t>1,36×10⁻²</a:t>
                      </a:r>
                    </a:p>
                  </a:txBody>
                  <a:tcPr anchor="ctr">
                    <a:solidFill>
                      <a:schemeClr val="bg2"/>
                    </a:solidFill>
                  </a:tcPr>
                </a:tc>
                <a:extLst>
                  <a:ext uri="{0D108BD9-81ED-4DB2-BD59-A6C34878D82A}">
                    <a16:rowId xmlns:a16="http://schemas.microsoft.com/office/drawing/2014/main" val="325050389"/>
                  </a:ext>
                </a:extLst>
              </a:tr>
              <a:tr h="376600">
                <a:tc>
                  <a:txBody>
                    <a:bodyPr/>
                    <a:lstStyle/>
                    <a:p>
                      <a:pPr>
                        <a:buNone/>
                      </a:pPr>
                      <a:r>
                        <a:rPr lang="fr-FR"/>
                        <a:t>20</a:t>
                      </a:r>
                    </a:p>
                  </a:txBody>
                  <a:tcPr anchor="ctr">
                    <a:solidFill>
                      <a:schemeClr val="bg2"/>
                    </a:solidFill>
                  </a:tcPr>
                </a:tc>
                <a:tc>
                  <a:txBody>
                    <a:bodyPr/>
                    <a:lstStyle/>
                    <a:p>
                      <a:pPr>
                        <a:buNone/>
                      </a:pPr>
                      <a:r>
                        <a:rPr lang="fr-FR"/>
                        <a:t>66,7 kbit/s</a:t>
                      </a:r>
                    </a:p>
                  </a:txBody>
                  <a:tcPr anchor="ctr">
                    <a:solidFill>
                      <a:schemeClr val="bg2"/>
                    </a:solidFill>
                  </a:tcPr>
                </a:tc>
                <a:tc>
                  <a:txBody>
                    <a:bodyPr/>
                    <a:lstStyle/>
                    <a:p>
                      <a:pPr>
                        <a:buNone/>
                      </a:pPr>
                      <a:r>
                        <a:rPr lang="fr-FR"/>
                        <a:t>2,22×10⁻²</a:t>
                      </a:r>
                    </a:p>
                  </a:txBody>
                  <a:tcPr anchor="ctr">
                    <a:solidFill>
                      <a:schemeClr val="bg2"/>
                    </a:solidFill>
                  </a:tcPr>
                </a:tc>
                <a:extLst>
                  <a:ext uri="{0D108BD9-81ED-4DB2-BD59-A6C34878D82A}">
                    <a16:rowId xmlns:a16="http://schemas.microsoft.com/office/drawing/2014/main" val="3003403001"/>
                  </a:ext>
                </a:extLst>
              </a:tr>
              <a:tr h="376600">
                <a:tc>
                  <a:txBody>
                    <a:bodyPr/>
                    <a:lstStyle/>
                    <a:p>
                      <a:pPr>
                        <a:buNone/>
                      </a:pPr>
                      <a:r>
                        <a:rPr lang="fr-FR"/>
                        <a:t>30</a:t>
                      </a:r>
                    </a:p>
                  </a:txBody>
                  <a:tcPr anchor="ctr">
                    <a:solidFill>
                      <a:schemeClr val="bg2"/>
                    </a:solidFill>
                  </a:tcPr>
                </a:tc>
                <a:tc>
                  <a:txBody>
                    <a:bodyPr/>
                    <a:lstStyle/>
                    <a:p>
                      <a:pPr>
                        <a:buNone/>
                      </a:pPr>
                      <a:r>
                        <a:rPr lang="fr-FR"/>
                        <a:t>100 kbit/s</a:t>
                      </a:r>
                    </a:p>
                  </a:txBody>
                  <a:tcPr anchor="ctr">
                    <a:solidFill>
                      <a:schemeClr val="bg2"/>
                    </a:solidFill>
                  </a:tcPr>
                </a:tc>
                <a:tc>
                  <a:txBody>
                    <a:bodyPr/>
                    <a:lstStyle/>
                    <a:p>
                      <a:pPr>
                        <a:buNone/>
                      </a:pPr>
                      <a:r>
                        <a:rPr lang="fr-FR"/>
                        <a:t>0,124</a:t>
                      </a:r>
                    </a:p>
                  </a:txBody>
                  <a:tcPr anchor="ctr">
                    <a:solidFill>
                      <a:schemeClr val="bg2"/>
                    </a:solidFill>
                  </a:tcPr>
                </a:tc>
                <a:extLst>
                  <a:ext uri="{0D108BD9-81ED-4DB2-BD59-A6C34878D82A}">
                    <a16:rowId xmlns:a16="http://schemas.microsoft.com/office/drawing/2014/main" val="4078365923"/>
                  </a:ext>
                </a:extLst>
              </a:tr>
            </a:tbl>
          </a:graphicData>
        </a:graphic>
      </p:graphicFrame>
      <p:sp>
        <p:nvSpPr>
          <p:cNvPr id="18" name="ZoneTexte 17">
            <a:extLst>
              <a:ext uri="{FF2B5EF4-FFF2-40B4-BE49-F238E27FC236}">
                <a16:creationId xmlns:a16="http://schemas.microsoft.com/office/drawing/2014/main" id="{1C8D5AEA-32C9-5675-3AD0-6BC4B051E880}"/>
              </a:ext>
            </a:extLst>
          </p:cNvPr>
          <p:cNvSpPr txBox="1"/>
          <p:nvPr/>
        </p:nvSpPr>
        <p:spPr>
          <a:xfrm>
            <a:off x="10309133" y="3462376"/>
            <a:ext cx="630301" cy="369332"/>
          </a:xfrm>
          <a:prstGeom prst="rect">
            <a:avLst/>
          </a:prstGeom>
          <a:noFill/>
        </p:spPr>
        <p:txBody>
          <a:bodyPr wrap="none" rtlCol="0">
            <a:spAutoFit/>
          </a:bodyPr>
          <a:lstStyle/>
          <a:p>
            <a:r>
              <a:rPr lang="fr-FR"/>
              <a:t>NRZ</a:t>
            </a:r>
          </a:p>
        </p:txBody>
      </p:sp>
      <p:graphicFrame>
        <p:nvGraphicFramePr>
          <p:cNvPr id="19" name="Tableau 18">
            <a:extLst>
              <a:ext uri="{FF2B5EF4-FFF2-40B4-BE49-F238E27FC236}">
                <a16:creationId xmlns:a16="http://schemas.microsoft.com/office/drawing/2014/main" id="{FE11AEA8-9A9B-9331-C23E-335A13BA4840}"/>
              </a:ext>
            </a:extLst>
          </p:cNvPr>
          <p:cNvGraphicFramePr>
            <a:graphicFrameLocks noGrp="1"/>
          </p:cNvGraphicFramePr>
          <p:nvPr>
            <p:extLst>
              <p:ext uri="{D42A27DB-BD31-4B8C-83A1-F6EECF244321}">
                <p14:modId xmlns:p14="http://schemas.microsoft.com/office/powerpoint/2010/main" val="613405963"/>
              </p:ext>
            </p:extLst>
          </p:nvPr>
        </p:nvGraphicFramePr>
        <p:xfrm>
          <a:off x="9742024" y="3901174"/>
          <a:ext cx="2156543" cy="1828800"/>
        </p:xfrm>
        <a:graphic>
          <a:graphicData uri="http://schemas.openxmlformats.org/drawingml/2006/table">
            <a:tbl>
              <a:tblPr>
                <a:tableStyleId>{5C22544A-7EE6-4342-B048-85BDC9FD1C3A}</a:tableStyleId>
              </a:tblPr>
              <a:tblGrid>
                <a:gridCol w="914723">
                  <a:extLst>
                    <a:ext uri="{9D8B030D-6E8A-4147-A177-3AD203B41FA5}">
                      <a16:colId xmlns:a16="http://schemas.microsoft.com/office/drawing/2014/main" val="1906201599"/>
                    </a:ext>
                  </a:extLst>
                </a:gridCol>
                <a:gridCol w="1241820">
                  <a:extLst>
                    <a:ext uri="{9D8B030D-6E8A-4147-A177-3AD203B41FA5}">
                      <a16:colId xmlns:a16="http://schemas.microsoft.com/office/drawing/2014/main" val="196502579"/>
                    </a:ext>
                  </a:extLst>
                </a:gridCol>
              </a:tblGrid>
              <a:tr h="0">
                <a:tc>
                  <a:txBody>
                    <a:bodyPr/>
                    <a:lstStyle/>
                    <a:p>
                      <a:pPr>
                        <a:buNone/>
                      </a:pPr>
                      <a:r>
                        <a:rPr lang="fr-FR"/>
                        <a:t>Eb/N0</a:t>
                      </a:r>
                    </a:p>
                  </a:txBody>
                  <a:tcPr anchor="ctr">
                    <a:solidFill>
                      <a:schemeClr val="bg2"/>
                    </a:solidFill>
                  </a:tcPr>
                </a:tc>
                <a:tc>
                  <a:txBody>
                    <a:bodyPr/>
                    <a:lstStyle/>
                    <a:p>
                      <a:pPr>
                        <a:buNone/>
                      </a:pPr>
                      <a:r>
                        <a:rPr lang="fr-FR"/>
                        <a:t>TEB</a:t>
                      </a:r>
                    </a:p>
                  </a:txBody>
                  <a:tcPr anchor="ctr">
                    <a:solidFill>
                      <a:schemeClr val="bg2"/>
                    </a:solidFill>
                  </a:tcPr>
                </a:tc>
                <a:extLst>
                  <a:ext uri="{0D108BD9-81ED-4DB2-BD59-A6C34878D82A}">
                    <a16:rowId xmlns:a16="http://schemas.microsoft.com/office/drawing/2014/main" val="3792617011"/>
                  </a:ext>
                </a:extLst>
              </a:tr>
              <a:tr h="0">
                <a:tc>
                  <a:txBody>
                    <a:bodyPr/>
                    <a:lstStyle/>
                    <a:p>
                      <a:pPr>
                        <a:buNone/>
                      </a:pPr>
                      <a:r>
                        <a:rPr lang="fr-FR"/>
                        <a:t>12 dB</a:t>
                      </a:r>
                    </a:p>
                  </a:txBody>
                  <a:tcPr anchor="ctr">
                    <a:solidFill>
                      <a:schemeClr val="bg2"/>
                    </a:solidFill>
                  </a:tcPr>
                </a:tc>
                <a:tc>
                  <a:txBody>
                    <a:bodyPr/>
                    <a:lstStyle/>
                    <a:p>
                      <a:pPr>
                        <a:buNone/>
                      </a:pPr>
                      <a:r>
                        <a:rPr lang="fr-FR"/>
                        <a:t>2,07×10⁻²</a:t>
                      </a:r>
                    </a:p>
                  </a:txBody>
                  <a:tcPr anchor="ctr">
                    <a:solidFill>
                      <a:schemeClr val="bg2"/>
                    </a:solidFill>
                  </a:tcPr>
                </a:tc>
                <a:extLst>
                  <a:ext uri="{0D108BD9-81ED-4DB2-BD59-A6C34878D82A}">
                    <a16:rowId xmlns:a16="http://schemas.microsoft.com/office/drawing/2014/main" val="4118320471"/>
                  </a:ext>
                </a:extLst>
              </a:tr>
              <a:tr h="0">
                <a:tc>
                  <a:txBody>
                    <a:bodyPr/>
                    <a:lstStyle/>
                    <a:p>
                      <a:pPr>
                        <a:buNone/>
                      </a:pPr>
                      <a:r>
                        <a:rPr lang="fr-FR"/>
                        <a:t>13 dB</a:t>
                      </a:r>
                    </a:p>
                  </a:txBody>
                  <a:tcPr anchor="ctr">
                    <a:solidFill>
                      <a:schemeClr val="bg2"/>
                    </a:solidFill>
                  </a:tcPr>
                </a:tc>
                <a:tc>
                  <a:txBody>
                    <a:bodyPr/>
                    <a:lstStyle/>
                    <a:p>
                      <a:pPr>
                        <a:buNone/>
                      </a:pPr>
                      <a:r>
                        <a:rPr lang="fr-FR"/>
                        <a:t>1,43×10⁻²</a:t>
                      </a:r>
                    </a:p>
                  </a:txBody>
                  <a:tcPr anchor="ctr">
                    <a:solidFill>
                      <a:schemeClr val="bg2"/>
                    </a:solidFill>
                  </a:tcPr>
                </a:tc>
                <a:extLst>
                  <a:ext uri="{0D108BD9-81ED-4DB2-BD59-A6C34878D82A}">
                    <a16:rowId xmlns:a16="http://schemas.microsoft.com/office/drawing/2014/main" val="3156382625"/>
                  </a:ext>
                </a:extLst>
              </a:tr>
              <a:tr h="0">
                <a:tc>
                  <a:txBody>
                    <a:bodyPr/>
                    <a:lstStyle/>
                    <a:p>
                      <a:pPr>
                        <a:buNone/>
                      </a:pPr>
                      <a:r>
                        <a:rPr lang="fr-FR"/>
                        <a:t>14 dB</a:t>
                      </a:r>
                    </a:p>
                  </a:txBody>
                  <a:tcPr anchor="ctr">
                    <a:solidFill>
                      <a:schemeClr val="bg2">
                        <a:lumMod val="75000"/>
                      </a:schemeClr>
                    </a:solidFill>
                  </a:tcPr>
                </a:tc>
                <a:tc>
                  <a:txBody>
                    <a:bodyPr/>
                    <a:lstStyle/>
                    <a:p>
                      <a:pPr>
                        <a:buNone/>
                      </a:pPr>
                      <a:r>
                        <a:rPr lang="fr-FR"/>
                        <a:t>9,59×10⁻³</a:t>
                      </a:r>
                    </a:p>
                  </a:txBody>
                  <a:tcPr anchor="ctr">
                    <a:solidFill>
                      <a:schemeClr val="bg2">
                        <a:lumMod val="75000"/>
                      </a:schemeClr>
                    </a:solidFill>
                  </a:tcPr>
                </a:tc>
                <a:extLst>
                  <a:ext uri="{0D108BD9-81ED-4DB2-BD59-A6C34878D82A}">
                    <a16:rowId xmlns:a16="http://schemas.microsoft.com/office/drawing/2014/main" val="3851429862"/>
                  </a:ext>
                </a:extLst>
              </a:tr>
              <a:tr h="0">
                <a:tc>
                  <a:txBody>
                    <a:bodyPr/>
                    <a:lstStyle/>
                    <a:p>
                      <a:pPr>
                        <a:buNone/>
                      </a:pPr>
                      <a:r>
                        <a:rPr lang="fr-FR"/>
                        <a:t>15 dB</a:t>
                      </a:r>
                    </a:p>
                  </a:txBody>
                  <a:tcPr anchor="ctr">
                    <a:solidFill>
                      <a:schemeClr val="bg2"/>
                    </a:solidFill>
                  </a:tcPr>
                </a:tc>
                <a:tc>
                  <a:txBody>
                    <a:bodyPr/>
                    <a:lstStyle/>
                    <a:p>
                      <a:pPr>
                        <a:buNone/>
                      </a:pPr>
                      <a:r>
                        <a:rPr lang="fr-FR"/>
                        <a:t>5,96×10⁻³</a:t>
                      </a:r>
                    </a:p>
                  </a:txBody>
                  <a:tcPr anchor="ctr">
                    <a:solidFill>
                      <a:schemeClr val="bg2"/>
                    </a:solidFill>
                  </a:tcPr>
                </a:tc>
                <a:extLst>
                  <a:ext uri="{0D108BD9-81ED-4DB2-BD59-A6C34878D82A}">
                    <a16:rowId xmlns:a16="http://schemas.microsoft.com/office/drawing/2014/main" val="234653231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fr-FR" sz="3200" b="1" i="0" noProof="0">
                <a:solidFill>
                  <a:srgbClr val="17202A"/>
                </a:solidFill>
                <a:latin typeface="IBM Plex Sans" pitchFamily="34" charset="0"/>
                <a:ea typeface="IBM Plex Sans" pitchFamily="34" charset="-122"/>
                <a:cs typeface="IBM Plex Sans" pitchFamily="34" charset="-120"/>
              </a:rPr>
              <a:t>Environnement 2 : viser un TEB de 10⁻³</a:t>
            </a:r>
            <a:endParaRPr lang="fr-FR" sz="3200" noProof="0"/>
          </a:p>
        </p:txBody>
      </p:sp>
      <p:sp>
        <p:nvSpPr>
          <p:cNvPr id="3" name="Shape 1"/>
          <p:cNvSpPr/>
          <p:nvPr/>
        </p:nvSpPr>
        <p:spPr>
          <a:xfrm>
            <a:off x="815975" y="1517017"/>
            <a:ext cx="5175250" cy="1611630"/>
          </a:xfrm>
          <a:prstGeom prst="roundRect">
            <a:avLst>
              <a:gd name="adj" fmla="val 6107"/>
            </a:avLst>
          </a:prstGeom>
          <a:solidFill>
            <a:srgbClr val="FFFFFF"/>
          </a:solidFill>
          <a:ln w="6350">
            <a:solidFill>
              <a:srgbClr val="DDD8CC"/>
            </a:solidFill>
            <a:prstDash val="solid"/>
          </a:ln>
        </p:spPr>
        <p:txBody>
          <a:bodyPr/>
          <a:lstStyle/>
          <a:p>
            <a:endParaRPr lang="fr-FR" noProof="0"/>
          </a:p>
        </p:txBody>
      </p:sp>
      <p:sp>
        <p:nvSpPr>
          <p:cNvPr id="4" name="Text 2"/>
          <p:cNvSpPr/>
          <p:nvPr/>
        </p:nvSpPr>
        <p:spPr>
          <a:xfrm>
            <a:off x="1046480" y="1747521"/>
            <a:ext cx="4855667"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Question</a:t>
            </a:r>
            <a:endParaRPr lang="fr-FR" sz="1800" noProof="0"/>
          </a:p>
        </p:txBody>
      </p:sp>
      <p:sp>
        <p:nvSpPr>
          <p:cNvPr id="5" name="Text 3"/>
          <p:cNvSpPr/>
          <p:nvPr/>
        </p:nvSpPr>
        <p:spPr>
          <a:xfrm>
            <a:off x="1046480" y="2098042"/>
            <a:ext cx="4855667" cy="8255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17202A"/>
                </a:solidFill>
                <a:latin typeface="IBM Plex Sans" pitchFamily="34" charset="0"/>
                <a:ea typeface="IBM Plex Sans" pitchFamily="34" charset="-122"/>
                <a:cs typeface="IBM Plex Sans" pitchFamily="34" charset="-120"/>
              </a:rPr>
              <a:t>Au débit et au </a:t>
            </a:r>
            <a:r>
              <a:rPr lang="fr-FR" sz="1500" noProof="0" err="1">
                <a:solidFill>
                  <a:srgbClr val="17202A"/>
                </a:solidFill>
                <a:latin typeface="IBM Plex Sans" pitchFamily="34" charset="0"/>
                <a:ea typeface="IBM Plex Sans" pitchFamily="34" charset="-122"/>
                <a:cs typeface="IBM Plex Sans" pitchFamily="34" charset="-120"/>
              </a:rPr>
              <a:t>Eb</a:t>
            </a:r>
            <a:r>
              <a:rPr lang="fr-FR" sz="1500" noProof="0">
                <a:solidFill>
                  <a:srgbClr val="17202A"/>
                </a:solidFill>
                <a:latin typeface="IBM Plex Sans" pitchFamily="34" charset="0"/>
                <a:ea typeface="IBM Plex Sans" pitchFamily="34" charset="-122"/>
                <a:cs typeface="IBM Plex Sans" pitchFamily="34" charset="-120"/>
              </a:rPr>
              <a:t>/N0 de la question 4, avec deux trajets : quelles conditions de propagation font descendre le TEB à 10⁻³ ?</a:t>
            </a:r>
            <a:endParaRPr lang="fr-FR" sz="1500" noProof="0"/>
          </a:p>
        </p:txBody>
      </p:sp>
      <p:sp>
        <p:nvSpPr>
          <p:cNvPr id="6" name="Shape 4"/>
          <p:cNvSpPr/>
          <p:nvPr/>
        </p:nvSpPr>
        <p:spPr>
          <a:xfrm>
            <a:off x="6200775" y="1517017"/>
            <a:ext cx="5175250" cy="1611630"/>
          </a:xfrm>
          <a:prstGeom prst="roundRect">
            <a:avLst>
              <a:gd name="adj" fmla="val 6107"/>
            </a:avLst>
          </a:prstGeom>
          <a:solidFill>
            <a:srgbClr val="FFFFFF"/>
          </a:solidFill>
          <a:ln w="6350">
            <a:solidFill>
              <a:srgbClr val="DDD8CC"/>
            </a:solidFill>
            <a:prstDash val="solid"/>
          </a:ln>
        </p:spPr>
        <p:txBody>
          <a:bodyPr/>
          <a:lstStyle/>
          <a:p>
            <a:endParaRPr lang="fr-FR" noProof="0"/>
          </a:p>
        </p:txBody>
      </p:sp>
      <p:sp>
        <p:nvSpPr>
          <p:cNvPr id="7" name="Text 5"/>
          <p:cNvSpPr/>
          <p:nvPr/>
        </p:nvSpPr>
        <p:spPr>
          <a:xfrm>
            <a:off x="6431280" y="1747521"/>
            <a:ext cx="4855667"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2457C5"/>
                </a:solidFill>
                <a:latin typeface="IBM Plex Sans" pitchFamily="34" charset="0"/>
                <a:ea typeface="IBM Plex Sans" pitchFamily="34" charset="-122"/>
                <a:cs typeface="IBM Plex Sans" pitchFamily="34" charset="-120"/>
              </a:rPr>
              <a:t>Paramètres du canal</a:t>
            </a:r>
            <a:endParaRPr lang="fr-FR" sz="1800" noProof="0"/>
          </a:p>
        </p:txBody>
      </p:sp>
      <p:sp>
        <p:nvSpPr>
          <p:cNvPr id="8" name="Text 6"/>
          <p:cNvSpPr/>
          <p:nvPr/>
        </p:nvSpPr>
        <p:spPr>
          <a:xfrm>
            <a:off x="6510020" y="2146282"/>
            <a:ext cx="4776927" cy="558800"/>
          </a:xfrm>
          <a:prstGeom prst="rect">
            <a:avLst/>
          </a:prstGeom>
          <a:noFill/>
          <a:ln/>
        </p:spPr>
        <p:txBody>
          <a:bodyPr wrap="square" lIns="0" tIns="0" rIns="0" bIns="0" rtlCol="0" anchor="t">
            <a:normAutofit fontScale="92500"/>
          </a:bodyPr>
          <a:lstStyle/>
          <a:p>
            <a:pPr marL="182880" indent="-182880" algn="l">
              <a:lnSpc>
                <a:spcPts val="2100"/>
              </a:lnSpc>
              <a:buSzPct val="100000"/>
              <a:buChar char="•"/>
            </a:pPr>
            <a:r>
              <a:rPr lang="fr-FR" sz="1600" noProof="0" dirty="0">
                <a:solidFill>
                  <a:srgbClr val="17202A"/>
                </a:solidFill>
                <a:latin typeface="+mj-lt"/>
                <a:ea typeface="IBM Plex Sans" pitchFamily="34" charset="-122"/>
                <a:cs typeface="IBM Plex Sans" pitchFamily="34" charset="-120"/>
              </a:rPr>
              <a:t>Amplitude relative α du second trajet</a:t>
            </a:r>
            <a:endParaRPr lang="fr-FR" sz="1600" noProof="0" dirty="0">
              <a:latin typeface="+mj-lt"/>
            </a:endParaRPr>
          </a:p>
          <a:p>
            <a:pPr marL="182880" indent="-182880">
              <a:buSzPct val="100000"/>
              <a:buChar char="•"/>
            </a:pPr>
            <a:r>
              <a:rPr lang="fr-FR" sz="1600" dirty="0">
                <a:latin typeface="+mj-lt"/>
              </a:rPr>
              <a:t>τ ≪ durée bit : l'écho arrive alors pendant le symbole</a:t>
            </a:r>
            <a:endParaRPr lang="fr-FR" sz="1600" noProof="0" dirty="0">
              <a:latin typeface="+mj-lt"/>
            </a:endParaRPr>
          </a:p>
        </p:txBody>
      </p:sp>
      <p:sp>
        <p:nvSpPr>
          <p:cNvPr id="9" name="Shape 7"/>
          <p:cNvSpPr/>
          <p:nvPr/>
        </p:nvSpPr>
        <p:spPr>
          <a:xfrm>
            <a:off x="812800" y="3653260"/>
            <a:ext cx="4588285" cy="1243966"/>
          </a:xfrm>
          <a:prstGeom prst="roundRect">
            <a:avLst>
              <a:gd name="adj" fmla="val 9456"/>
            </a:avLst>
          </a:prstGeom>
          <a:solidFill>
            <a:srgbClr val="14202E"/>
          </a:solidFill>
          <a:ln/>
        </p:spPr>
        <p:txBody>
          <a:bodyPr/>
          <a:lstStyle/>
          <a:p>
            <a:endParaRPr lang="fr-FR" noProof="0"/>
          </a:p>
        </p:txBody>
      </p:sp>
      <p:sp>
        <p:nvSpPr>
          <p:cNvPr id="10" name="Text 8"/>
          <p:cNvSpPr/>
          <p:nvPr/>
        </p:nvSpPr>
        <p:spPr>
          <a:xfrm>
            <a:off x="1041400" y="3759836"/>
            <a:ext cx="10412476"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F0A24A"/>
                </a:solidFill>
                <a:latin typeface="IBM Plex Sans" pitchFamily="34" charset="0"/>
                <a:ea typeface="IBM Plex Sans" pitchFamily="34" charset="-122"/>
                <a:cs typeface="IBM Plex Sans" pitchFamily="34" charset="-120"/>
              </a:rPr>
              <a:t>Q5 : conditions potentielles</a:t>
            </a:r>
            <a:endParaRPr lang="fr-FR" sz="1800" noProof="0"/>
          </a:p>
        </p:txBody>
      </p:sp>
      <p:sp>
        <p:nvSpPr>
          <p:cNvPr id="11" name="Text 9"/>
          <p:cNvSpPr/>
          <p:nvPr/>
        </p:nvSpPr>
        <p:spPr>
          <a:xfrm>
            <a:off x="1048258" y="4121786"/>
            <a:ext cx="10412476" cy="781051"/>
          </a:xfrm>
          <a:prstGeom prst="rect">
            <a:avLst/>
          </a:prstGeom>
          <a:noFill/>
          <a:ln/>
        </p:spPr>
        <p:txBody>
          <a:bodyPr wrap="square" lIns="0" tIns="0" rIns="0" bIns="0" rtlCol="0" anchor="t">
            <a:normAutofit/>
          </a:bodyPr>
          <a:lstStyle/>
          <a:p>
            <a:pPr>
              <a:lnSpc>
                <a:spcPts val="2100"/>
              </a:lnSpc>
            </a:pPr>
            <a:r>
              <a:rPr lang="fr-FR" sz="1500" noProof="0" dirty="0">
                <a:solidFill>
                  <a:srgbClr val="F4F1EA"/>
                </a:solidFill>
                <a:latin typeface="IBM Plex Sans" pitchFamily="34" charset="0"/>
                <a:ea typeface="IBM Plex Sans" pitchFamily="34" charset="-122"/>
                <a:cs typeface="IBM Plex Sans" pitchFamily="34" charset="-120"/>
              </a:rPr>
              <a:t>Valeurs de α = 0,3 et </a:t>
            </a:r>
            <a:r>
              <a:rPr lang="fr-FR" sz="1500" noProof="0" dirty="0">
                <a:solidFill>
                  <a:schemeClr val="bg1"/>
                </a:solidFill>
                <a:latin typeface="IBM Plex Sans" pitchFamily="34" charset="0"/>
                <a:ea typeface="IBM Plex Sans" pitchFamily="34" charset="-122"/>
                <a:cs typeface="IBM Plex Sans" pitchFamily="34" charset="-120"/>
              </a:rPr>
              <a:t>de τ </a:t>
            </a:r>
            <a:r>
              <a:rPr lang="fr-FR" sz="1400" dirty="0">
                <a:solidFill>
                  <a:schemeClr val="bg1"/>
                </a:solidFill>
              </a:rPr>
              <a:t>≪ durée bit, </a:t>
            </a:r>
            <a:r>
              <a:rPr lang="fr-FR" sz="1500" noProof="0" dirty="0">
                <a:solidFill>
                  <a:srgbClr val="F4F1EA"/>
                </a:solidFill>
                <a:latin typeface="IBM Plex Sans" pitchFamily="34" charset="0"/>
                <a:ea typeface="IBM Plex Sans" pitchFamily="34" charset="-122"/>
                <a:cs typeface="IBM Plex Sans" pitchFamily="34" charset="-120"/>
              </a:rPr>
              <a:t>qui donnent </a:t>
            </a:r>
          </a:p>
          <a:p>
            <a:pPr>
              <a:lnSpc>
                <a:spcPts val="2100"/>
              </a:lnSpc>
            </a:pPr>
            <a:r>
              <a:rPr lang="fr-FR" sz="1500" noProof="0" dirty="0">
                <a:solidFill>
                  <a:srgbClr val="F4F1EA"/>
                </a:solidFill>
                <a:latin typeface="IBM Plex Sans" pitchFamily="34" charset="0"/>
                <a:ea typeface="IBM Plex Sans" pitchFamily="34" charset="-122"/>
                <a:cs typeface="IBM Plex Sans" pitchFamily="34" charset="-120"/>
              </a:rPr>
              <a:t>TEB inférieur ou égal à 10⁻³</a:t>
            </a:r>
            <a:endParaRPr lang="fr-FR" sz="1500" noProof="0" dirty="0"/>
          </a:p>
        </p:txBody>
      </p:sp>
      <p:sp>
        <p:nvSpPr>
          <p:cNvPr id="12" name="Text 10"/>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Cas d'étude</a:t>
            </a:r>
            <a:endParaRPr lang="fr-FR" sz="1200" noProof="0"/>
          </a:p>
        </p:txBody>
      </p:sp>
      <p:sp>
        <p:nvSpPr>
          <p:cNvPr id="14" name="Text 13">
            <a:extLst>
              <a:ext uri="{FF2B5EF4-FFF2-40B4-BE49-F238E27FC236}">
                <a16:creationId xmlns:a16="http://schemas.microsoft.com/office/drawing/2014/main" id="{76396944-63D5-922F-E569-924EDD2806A8}"/>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a:t>
            </a:r>
            <a:r>
              <a:rPr lang="fr-FR" sz="1200">
                <a:solidFill>
                  <a:srgbClr val="5D6670"/>
                </a:solidFill>
              </a:rPr>
              <a:t>°16/19</a:t>
            </a:r>
            <a:endParaRPr lang="fr-FR" sz="1200" noProof="0">
              <a:solidFill>
                <a:srgbClr val="5D6670"/>
              </a:solidFill>
            </a:endParaRPr>
          </a:p>
        </p:txBody>
      </p:sp>
      <p:sp>
        <p:nvSpPr>
          <p:cNvPr id="15" name="Text 2">
            <a:extLst>
              <a:ext uri="{FF2B5EF4-FFF2-40B4-BE49-F238E27FC236}">
                <a16:creationId xmlns:a16="http://schemas.microsoft.com/office/drawing/2014/main" id="{B738CA46-A12F-C9B6-5EAB-298330510C53}"/>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E</a:t>
            </a:r>
            <a:endParaRPr lang="fr-FR" sz="1800" noProof="0">
              <a:solidFill>
                <a:srgbClr val="C9D3DF"/>
              </a:solidFill>
            </a:endParaRPr>
          </a:p>
        </p:txBody>
      </p:sp>
      <p:graphicFrame>
        <p:nvGraphicFramePr>
          <p:cNvPr id="13" name="Tableau 12">
            <a:extLst>
              <a:ext uri="{FF2B5EF4-FFF2-40B4-BE49-F238E27FC236}">
                <a16:creationId xmlns:a16="http://schemas.microsoft.com/office/drawing/2014/main" id="{C7F8C0D5-C82A-47F8-00DB-BEF1314F496F}"/>
              </a:ext>
            </a:extLst>
          </p:cNvPr>
          <p:cNvGraphicFramePr>
            <a:graphicFrameLocks noGrp="1"/>
          </p:cNvGraphicFramePr>
          <p:nvPr>
            <p:extLst>
              <p:ext uri="{D42A27DB-BD31-4B8C-83A1-F6EECF244321}">
                <p14:modId xmlns:p14="http://schemas.microsoft.com/office/powerpoint/2010/main" val="4062082452"/>
              </p:ext>
            </p:extLst>
          </p:nvPr>
        </p:nvGraphicFramePr>
        <p:xfrm>
          <a:off x="5902147" y="3644902"/>
          <a:ext cx="3366831" cy="1463040"/>
        </p:xfrm>
        <a:graphic>
          <a:graphicData uri="http://schemas.openxmlformats.org/drawingml/2006/table">
            <a:tbl>
              <a:tblPr>
                <a:tableStyleId>{5C22544A-7EE6-4342-B048-85BDC9FD1C3A}</a:tableStyleId>
              </a:tblPr>
              <a:tblGrid>
                <a:gridCol w="2102458">
                  <a:extLst>
                    <a:ext uri="{9D8B030D-6E8A-4147-A177-3AD203B41FA5}">
                      <a16:colId xmlns:a16="http://schemas.microsoft.com/office/drawing/2014/main" val="3937308911"/>
                    </a:ext>
                  </a:extLst>
                </a:gridCol>
                <a:gridCol w="1264373">
                  <a:extLst>
                    <a:ext uri="{9D8B030D-6E8A-4147-A177-3AD203B41FA5}">
                      <a16:colId xmlns:a16="http://schemas.microsoft.com/office/drawing/2014/main" val="1488384876"/>
                    </a:ext>
                  </a:extLst>
                </a:gridCol>
              </a:tblGrid>
              <a:tr h="0">
                <a:tc>
                  <a:txBody>
                    <a:bodyPr/>
                    <a:lstStyle/>
                    <a:p>
                      <a:pPr>
                        <a:buNone/>
                      </a:pPr>
                      <a:r>
                        <a:rPr lang="fr-FR" dirty="0"/>
                        <a:t>Condition</a:t>
                      </a:r>
                    </a:p>
                  </a:txBody>
                  <a:tcPr anchor="ctr">
                    <a:solidFill>
                      <a:schemeClr val="bg2"/>
                    </a:solidFill>
                  </a:tcPr>
                </a:tc>
                <a:tc>
                  <a:txBody>
                    <a:bodyPr/>
                    <a:lstStyle/>
                    <a:p>
                      <a:pPr>
                        <a:buNone/>
                      </a:pPr>
                      <a:r>
                        <a:rPr lang="fr-FR"/>
                        <a:t>TEB</a:t>
                      </a:r>
                    </a:p>
                  </a:txBody>
                  <a:tcPr anchor="ctr">
                    <a:solidFill>
                      <a:schemeClr val="bg2"/>
                    </a:solidFill>
                  </a:tcPr>
                </a:tc>
                <a:extLst>
                  <a:ext uri="{0D108BD9-81ED-4DB2-BD59-A6C34878D82A}">
                    <a16:rowId xmlns:a16="http://schemas.microsoft.com/office/drawing/2014/main" val="667415281"/>
                  </a:ext>
                </a:extLst>
              </a:tr>
              <a:tr h="0">
                <a:tc>
                  <a:txBody>
                    <a:bodyPr/>
                    <a:lstStyle/>
                    <a:p>
                      <a:pPr>
                        <a:buNone/>
                      </a:pPr>
                      <a:r>
                        <a:rPr lang="fr-FR"/>
                        <a:t>α = 0,5 (énoncé)</a:t>
                      </a:r>
                    </a:p>
                  </a:txBody>
                  <a:tcPr anchor="ctr">
                    <a:solidFill>
                      <a:schemeClr val="bg2"/>
                    </a:solidFill>
                  </a:tcPr>
                </a:tc>
                <a:tc>
                  <a:txBody>
                    <a:bodyPr/>
                    <a:lstStyle/>
                    <a:p>
                      <a:pPr>
                        <a:buNone/>
                      </a:pPr>
                      <a:r>
                        <a:rPr lang="fr-FR" dirty="0"/>
                        <a:t>9,6×10⁻³</a:t>
                      </a:r>
                    </a:p>
                  </a:txBody>
                  <a:tcPr anchor="ctr">
                    <a:solidFill>
                      <a:schemeClr val="bg2"/>
                    </a:solidFill>
                  </a:tcPr>
                </a:tc>
                <a:extLst>
                  <a:ext uri="{0D108BD9-81ED-4DB2-BD59-A6C34878D82A}">
                    <a16:rowId xmlns:a16="http://schemas.microsoft.com/office/drawing/2014/main" val="2552152292"/>
                  </a:ext>
                </a:extLst>
              </a:tr>
              <a:tr h="0">
                <a:tc>
                  <a:txBody>
                    <a:bodyPr/>
                    <a:lstStyle/>
                    <a:p>
                      <a:pPr>
                        <a:buNone/>
                      </a:pPr>
                      <a:r>
                        <a:rPr lang="fr-FR" dirty="0"/>
                        <a:t>α = 0,4</a:t>
                      </a:r>
                    </a:p>
                  </a:txBody>
                  <a:tcPr anchor="ctr">
                    <a:solidFill>
                      <a:schemeClr val="bg2"/>
                    </a:solidFill>
                  </a:tcPr>
                </a:tc>
                <a:tc>
                  <a:txBody>
                    <a:bodyPr/>
                    <a:lstStyle/>
                    <a:p>
                      <a:pPr>
                        <a:buNone/>
                      </a:pPr>
                      <a:r>
                        <a:rPr lang="fr-FR" dirty="0"/>
                        <a:t>3,23×10⁻³</a:t>
                      </a:r>
                    </a:p>
                  </a:txBody>
                  <a:tcPr anchor="ctr">
                    <a:solidFill>
                      <a:schemeClr val="bg2"/>
                    </a:solidFill>
                  </a:tcPr>
                </a:tc>
                <a:extLst>
                  <a:ext uri="{0D108BD9-81ED-4DB2-BD59-A6C34878D82A}">
                    <a16:rowId xmlns:a16="http://schemas.microsoft.com/office/drawing/2014/main" val="1407964806"/>
                  </a:ext>
                </a:extLst>
              </a:tr>
              <a:tr h="0">
                <a:tc>
                  <a:txBody>
                    <a:bodyPr/>
                    <a:lstStyle/>
                    <a:p>
                      <a:pPr>
                        <a:buNone/>
                      </a:pPr>
                      <a:r>
                        <a:rPr lang="fr-FR"/>
                        <a:t>α = 0,3</a:t>
                      </a:r>
                    </a:p>
                  </a:txBody>
                  <a:tcPr anchor="ctr">
                    <a:solidFill>
                      <a:schemeClr val="bg2">
                        <a:lumMod val="75000"/>
                      </a:schemeClr>
                    </a:solidFill>
                  </a:tcPr>
                </a:tc>
                <a:tc>
                  <a:txBody>
                    <a:bodyPr/>
                    <a:lstStyle/>
                    <a:p>
                      <a:pPr>
                        <a:buNone/>
                      </a:pPr>
                      <a:r>
                        <a:rPr lang="fr-FR" dirty="0"/>
                        <a:t>5,7×10⁻⁴</a:t>
                      </a:r>
                    </a:p>
                  </a:txBody>
                  <a:tcPr anchor="ctr">
                    <a:solidFill>
                      <a:schemeClr val="bg2">
                        <a:lumMod val="75000"/>
                      </a:schemeClr>
                    </a:solidFill>
                  </a:tcPr>
                </a:tc>
                <a:extLst>
                  <a:ext uri="{0D108BD9-81ED-4DB2-BD59-A6C34878D82A}">
                    <a16:rowId xmlns:a16="http://schemas.microsoft.com/office/drawing/2014/main" val="276539202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1EA"/>
        </a:solidFill>
        <a:effectLst/>
      </p:bgPr>
    </p:bg>
    <p:spTree>
      <p:nvGrpSpPr>
        <p:cNvPr id="1" name="">
          <a:extLst>
            <a:ext uri="{FF2B5EF4-FFF2-40B4-BE49-F238E27FC236}">
              <a16:creationId xmlns:a16="http://schemas.microsoft.com/office/drawing/2014/main" id="{FDC45C3D-6AEB-DD46-8B80-D7474E6935E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D1F1E9F-41C0-E834-3DD3-77CF826C36EF}"/>
              </a:ext>
            </a:extLst>
          </p:cNvPr>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a:lnSpc>
                <a:spcPts val="3520"/>
              </a:lnSpc>
            </a:pPr>
            <a:r>
              <a:rPr lang="fr-FR" b="1">
                <a:latin typeface="IBM Plex Sans"/>
              </a:rPr>
              <a:t>Bonus trajets multiples : sondage du canal</a:t>
            </a:r>
            <a:endParaRPr lang="en-US"/>
          </a:p>
        </p:txBody>
      </p:sp>
      <p:sp>
        <p:nvSpPr>
          <p:cNvPr id="12" name="Text 9">
            <a:extLst>
              <a:ext uri="{FF2B5EF4-FFF2-40B4-BE49-F238E27FC236}">
                <a16:creationId xmlns:a16="http://schemas.microsoft.com/office/drawing/2014/main" id="{CBD63042-D384-46C9-87FD-4D8DB09834EF}"/>
              </a:ext>
            </a:extLst>
          </p:cNvPr>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Produit développé</a:t>
            </a:r>
            <a:endParaRPr lang="fr-FR" sz="1200" noProof="0"/>
          </a:p>
        </p:txBody>
      </p:sp>
      <p:sp>
        <p:nvSpPr>
          <p:cNvPr id="14" name="Text 13">
            <a:extLst>
              <a:ext uri="{FF2B5EF4-FFF2-40B4-BE49-F238E27FC236}">
                <a16:creationId xmlns:a16="http://schemas.microsoft.com/office/drawing/2014/main" id="{CDFDCB00-0B9E-89DD-88A9-E0E8F81D469B}"/>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a:t>
            </a:r>
            <a:r>
              <a:rPr lang="fr-FR" sz="1200">
                <a:solidFill>
                  <a:srgbClr val="5D6670"/>
                </a:solidFill>
              </a:rPr>
              <a:t>°17/19</a:t>
            </a:r>
            <a:endParaRPr lang="fr-FR" sz="1200" noProof="0">
              <a:solidFill>
                <a:srgbClr val="5D6670"/>
              </a:solidFill>
            </a:endParaRPr>
          </a:p>
        </p:txBody>
      </p:sp>
      <p:sp>
        <p:nvSpPr>
          <p:cNvPr id="13" name="TextBox 12">
            <a:extLst>
              <a:ext uri="{FF2B5EF4-FFF2-40B4-BE49-F238E27FC236}">
                <a16:creationId xmlns:a16="http://schemas.microsoft.com/office/drawing/2014/main" id="{6B590A9E-BF6A-459E-6713-D07C3FC327CE}"/>
              </a:ext>
            </a:extLst>
          </p:cNvPr>
          <p:cNvSpPr txBox="1"/>
          <p:nvPr/>
        </p:nvSpPr>
        <p:spPr>
          <a:xfrm>
            <a:off x="517680" y="1578134"/>
            <a:ext cx="11162069"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noProof="0" dirty="0"/>
              <a:t>Objectif : améliorer le réalisme du logiciel (non-transmission des paramètres </a:t>
            </a:r>
            <a:r>
              <a:rPr lang="fr-FR" noProof="0" dirty="0" err="1"/>
              <a:t>dt</a:t>
            </a:r>
            <a:r>
              <a:rPr lang="fr-FR" noProof="0" dirty="0"/>
              <a:t> et </a:t>
            </a:r>
            <a:r>
              <a:rPr lang="fr-FR" noProof="0" dirty="0" err="1"/>
              <a:t>ar</a:t>
            </a:r>
            <a:r>
              <a:rPr lang="fr-FR" noProof="0" dirty="0"/>
              <a:t>)</a:t>
            </a:r>
            <a:br>
              <a:rPr lang="fr-FR" noProof="0" dirty="0"/>
            </a:br>
            <a:br>
              <a:rPr lang="fr-FR" noProof="0" dirty="0"/>
            </a:br>
            <a:r>
              <a:rPr lang="fr-FR" noProof="0" dirty="0"/>
              <a:t>Comment ? Ajout d'un en-tête PN connu par l'émetteur et le récepteur (63 bits)</a:t>
            </a:r>
          </a:p>
          <a:p>
            <a:endParaRPr lang="fr-FR" noProof="0" dirty="0"/>
          </a:p>
          <a:p>
            <a:r>
              <a:rPr lang="fr-FR" noProof="0" dirty="0" err="1"/>
              <a:t>Re-génération</a:t>
            </a:r>
            <a:r>
              <a:rPr lang="fr-FR" noProof="0" dirty="0"/>
              <a:t> dans le récepteur de l'onde attendue puis corrélation (récursive) glissante (tests des différents </a:t>
            </a:r>
            <a:r>
              <a:rPr lang="fr-FR" noProof="0" dirty="0" err="1"/>
              <a:t>dt</a:t>
            </a:r>
            <a:r>
              <a:rPr lang="fr-FR" noProof="0" dirty="0"/>
              <a:t>)</a:t>
            </a:r>
          </a:p>
          <a:p>
            <a:endParaRPr lang="fr-FR" noProof="0" dirty="0"/>
          </a:p>
          <a:p>
            <a:r>
              <a:rPr lang="fr-FR" noProof="0" dirty="0"/>
              <a:t>Une fois les </a:t>
            </a:r>
            <a:r>
              <a:rPr lang="fr-FR" noProof="0" dirty="0" err="1"/>
              <a:t>dt</a:t>
            </a:r>
            <a:r>
              <a:rPr lang="fr-FR" noProof="0" dirty="0"/>
              <a:t> &amp; </a:t>
            </a:r>
            <a:r>
              <a:rPr lang="fr-FR" noProof="0" dirty="0" err="1"/>
              <a:t>ar</a:t>
            </a:r>
            <a:r>
              <a:rPr lang="fr-FR" noProof="0" dirty="0"/>
              <a:t> déterminés, filtre IIR pour "inverser" le canal à trajets multiples</a:t>
            </a:r>
          </a:p>
          <a:p>
            <a:endParaRPr lang="fr-FR" noProof="0" dirty="0"/>
          </a:p>
          <a:p>
            <a:r>
              <a:rPr lang="fr-FR" noProof="0" dirty="0"/>
              <a:t>Limites :</a:t>
            </a:r>
          </a:p>
          <a:p>
            <a:pPr marL="285750" indent="-285750">
              <a:buFont typeface="Calibri"/>
              <a:buChar char="-"/>
            </a:pPr>
            <a:r>
              <a:rPr lang="fr-FR" noProof="0" dirty="0"/>
              <a:t>Ajout d'un argument à la commande unique</a:t>
            </a:r>
          </a:p>
          <a:p>
            <a:pPr marL="285750" indent="-285750">
              <a:buFont typeface="Calibri"/>
              <a:buChar char="-"/>
            </a:pPr>
            <a:r>
              <a:rPr lang="fr-FR" noProof="0" dirty="0"/>
              <a:t>Filtre présentant des limites (la somme des </a:t>
            </a:r>
            <a:r>
              <a:rPr lang="fr-FR" noProof="0" dirty="0" err="1"/>
              <a:t>ar</a:t>
            </a:r>
            <a:r>
              <a:rPr lang="fr-FR" noProof="0" dirty="0"/>
              <a:t> &lt; 1)</a:t>
            </a:r>
          </a:p>
          <a:p>
            <a:pPr marL="285750" indent="-285750">
              <a:buFont typeface="Calibri"/>
              <a:buChar char="-"/>
            </a:pPr>
            <a:r>
              <a:rPr lang="fr-FR" noProof="0" dirty="0" err="1"/>
              <a:t>dt</a:t>
            </a:r>
            <a:r>
              <a:rPr lang="fr-FR" noProof="0" dirty="0"/>
              <a:t> &gt; </a:t>
            </a:r>
            <a:r>
              <a:rPr lang="fr-FR" noProof="0" dirty="0" err="1"/>
              <a:t>nbEch</a:t>
            </a:r>
            <a:endParaRPr lang="fr-FR" noProof="0" dirty="0"/>
          </a:p>
          <a:p>
            <a:pPr marL="285750" indent="-285750">
              <a:buFont typeface="Calibri"/>
              <a:buChar char="-"/>
            </a:pPr>
            <a:r>
              <a:rPr lang="fr-FR" noProof="0" dirty="0"/>
              <a:t>Les trajets multiples doivent être </a:t>
            </a:r>
            <a:r>
              <a:rPr lang="fr-FR" noProof="0" dirty="0" err="1"/>
              <a:t>suffisament</a:t>
            </a:r>
            <a:r>
              <a:rPr lang="fr-FR" noProof="0" dirty="0"/>
              <a:t> "forts" (amplitude)</a:t>
            </a:r>
          </a:p>
          <a:p>
            <a:pPr marL="285750" indent="-285750">
              <a:buFont typeface="Calibri"/>
              <a:buChar char="-"/>
            </a:pPr>
            <a:r>
              <a:rPr lang="fr-FR" noProof="0" dirty="0"/>
              <a:t>Perte de performance induite par les calculs supplémentaires</a:t>
            </a:r>
          </a:p>
        </p:txBody>
      </p:sp>
      <p:sp>
        <p:nvSpPr>
          <p:cNvPr id="4" name="Text 2">
            <a:extLst>
              <a:ext uri="{FF2B5EF4-FFF2-40B4-BE49-F238E27FC236}">
                <a16:creationId xmlns:a16="http://schemas.microsoft.com/office/drawing/2014/main" id="{DC9FC1F7-6225-648C-03F2-9D30276081A5}"/>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D</a:t>
            </a:r>
            <a:endParaRPr lang="fr-FR" sz="1800" noProof="0">
              <a:solidFill>
                <a:srgbClr val="C9D3DF"/>
              </a:solidFill>
            </a:endParaRPr>
          </a:p>
        </p:txBody>
      </p:sp>
      <p:pic>
        <p:nvPicPr>
          <p:cNvPr id="3" name="Picture 2">
            <a:extLst>
              <a:ext uri="{FF2B5EF4-FFF2-40B4-BE49-F238E27FC236}">
                <a16:creationId xmlns:a16="http://schemas.microsoft.com/office/drawing/2014/main" id="{079E73F6-1A8A-2306-3A5B-206C532DD2B4}"/>
              </a:ext>
            </a:extLst>
          </p:cNvPr>
          <p:cNvPicPr>
            <a:picLocks noChangeAspect="1"/>
          </p:cNvPicPr>
          <p:nvPr/>
        </p:nvPicPr>
        <p:blipFill>
          <a:blip r:embed="rId3"/>
          <a:stretch>
            <a:fillRect/>
          </a:stretch>
        </p:blipFill>
        <p:spPr>
          <a:xfrm>
            <a:off x="7641926" y="3848724"/>
            <a:ext cx="4135388" cy="1976727"/>
          </a:xfrm>
          <a:prstGeom prst="rect">
            <a:avLst/>
          </a:prstGeom>
        </p:spPr>
      </p:pic>
      <p:sp>
        <p:nvSpPr>
          <p:cNvPr id="5" name="TextBox 4">
            <a:extLst>
              <a:ext uri="{FF2B5EF4-FFF2-40B4-BE49-F238E27FC236}">
                <a16:creationId xmlns:a16="http://schemas.microsoft.com/office/drawing/2014/main" id="{FD61968F-25B7-694A-FB6B-1DA401DEF762}"/>
              </a:ext>
            </a:extLst>
          </p:cNvPr>
          <p:cNvSpPr txBox="1"/>
          <p:nvPr/>
        </p:nvSpPr>
        <p:spPr>
          <a:xfrm>
            <a:off x="7641925" y="5825451"/>
            <a:ext cx="412711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400" noProof="0"/>
              <a:t>Exemple en LTE avec le </a:t>
            </a:r>
            <a:r>
              <a:rPr lang="fr-FR" sz="1400" i="1" noProof="0" dirty="0" err="1"/>
              <a:t>Sounding</a:t>
            </a:r>
            <a:r>
              <a:rPr lang="fr-FR" sz="1400" i="1" noProof="0" dirty="0"/>
              <a:t> Reference Signal </a:t>
            </a:r>
            <a:r>
              <a:rPr lang="fr-FR" sz="1400" noProof="0" dirty="0"/>
              <a:t>(SRS). Source : </a:t>
            </a:r>
            <a:r>
              <a:rPr lang="fr-FR" sz="1400" noProof="0" dirty="0" err="1"/>
              <a:t>ShareTechnote</a:t>
            </a:r>
            <a:endParaRPr lang="fr-FR" sz="1400" noProof="0" dirty="0"/>
          </a:p>
        </p:txBody>
      </p:sp>
    </p:spTree>
    <p:extLst>
      <p:ext uri="{BB962C8B-B14F-4D97-AF65-F5344CB8AC3E}">
        <p14:creationId xmlns:p14="http://schemas.microsoft.com/office/powerpoint/2010/main" val="807490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14202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fr-FR" sz="3200" b="1" i="0" noProof="0">
                <a:solidFill>
                  <a:srgbClr val="F4F1EA"/>
                </a:solidFill>
                <a:latin typeface="IBM Plex Sans" pitchFamily="34" charset="0"/>
                <a:ea typeface="IBM Plex Sans" pitchFamily="34" charset="-122"/>
                <a:cs typeface="IBM Plex Sans" pitchFamily="34" charset="-120"/>
              </a:rPr>
              <a:t>Bilan et limites du simulateur</a:t>
            </a:r>
            <a:endParaRPr lang="fr-FR" sz="3200" noProof="0"/>
          </a:p>
        </p:txBody>
      </p:sp>
      <p:sp>
        <p:nvSpPr>
          <p:cNvPr id="3" name="Shape 1"/>
          <p:cNvSpPr/>
          <p:nvPr/>
        </p:nvSpPr>
        <p:spPr>
          <a:xfrm>
            <a:off x="812800" y="1513842"/>
            <a:ext cx="3386667" cy="2141220"/>
          </a:xfrm>
          <a:prstGeom prst="roundRect">
            <a:avLst>
              <a:gd name="adj" fmla="val 4745"/>
            </a:avLst>
          </a:prstGeom>
          <a:solidFill>
            <a:srgbClr val="1D2C3E"/>
          </a:solidFill>
          <a:ln/>
        </p:spPr>
        <p:txBody>
          <a:bodyPr/>
          <a:lstStyle/>
          <a:p>
            <a:endParaRPr lang="fr-FR" noProof="0"/>
          </a:p>
        </p:txBody>
      </p:sp>
      <p:sp>
        <p:nvSpPr>
          <p:cNvPr id="4" name="Text 2"/>
          <p:cNvSpPr/>
          <p:nvPr/>
        </p:nvSpPr>
        <p:spPr>
          <a:xfrm>
            <a:off x="1041400" y="1742442"/>
            <a:ext cx="3017351"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F0A24A"/>
                </a:solidFill>
                <a:latin typeface="IBM Plex Sans" pitchFamily="34" charset="0"/>
                <a:ea typeface="IBM Plex Sans" pitchFamily="34" charset="-122"/>
                <a:cs typeface="IBM Plex Sans" pitchFamily="34" charset="-120"/>
              </a:rPr>
              <a:t>Ce qui fonctionne</a:t>
            </a:r>
            <a:endParaRPr lang="fr-FR" sz="1800" noProof="0"/>
          </a:p>
        </p:txBody>
      </p:sp>
      <p:sp>
        <p:nvSpPr>
          <p:cNvPr id="5" name="Text 3"/>
          <p:cNvSpPr/>
          <p:nvPr/>
        </p:nvSpPr>
        <p:spPr>
          <a:xfrm>
            <a:off x="1041400" y="2092958"/>
            <a:ext cx="3017351" cy="10922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F4F1EA"/>
                </a:solidFill>
                <a:latin typeface="IBM Plex Sans" pitchFamily="34" charset="0"/>
                <a:ea typeface="IBM Plex Sans" pitchFamily="34" charset="-122"/>
                <a:cs typeface="IBM Plex Sans" pitchFamily="34" charset="-120"/>
              </a:rPr>
              <a:t>TEB nul sans bruit, TEB conforme à la théorie en canal bruité, effet attendu des trajets multiples et du codage.</a:t>
            </a:r>
            <a:endParaRPr lang="fr-FR" sz="1500" noProof="0"/>
          </a:p>
        </p:txBody>
      </p:sp>
      <p:sp>
        <p:nvSpPr>
          <p:cNvPr id="6" name="Shape 4"/>
          <p:cNvSpPr/>
          <p:nvPr/>
        </p:nvSpPr>
        <p:spPr>
          <a:xfrm>
            <a:off x="4402667" y="1513842"/>
            <a:ext cx="3386667" cy="2141220"/>
          </a:xfrm>
          <a:prstGeom prst="roundRect">
            <a:avLst>
              <a:gd name="adj" fmla="val 4745"/>
            </a:avLst>
          </a:prstGeom>
          <a:solidFill>
            <a:srgbClr val="1D2C3E"/>
          </a:solidFill>
          <a:ln/>
        </p:spPr>
        <p:txBody>
          <a:bodyPr/>
          <a:lstStyle/>
          <a:p>
            <a:endParaRPr lang="fr-FR" noProof="0"/>
          </a:p>
        </p:txBody>
      </p:sp>
      <p:sp>
        <p:nvSpPr>
          <p:cNvPr id="7" name="Text 5"/>
          <p:cNvSpPr/>
          <p:nvPr/>
        </p:nvSpPr>
        <p:spPr>
          <a:xfrm>
            <a:off x="4631267" y="1742442"/>
            <a:ext cx="3017351" cy="299720"/>
          </a:xfrm>
          <a:prstGeom prst="rect">
            <a:avLst/>
          </a:prstGeom>
          <a:noFill/>
          <a:ln/>
        </p:spPr>
        <p:txBody>
          <a:bodyPr wrap="square" lIns="0" tIns="0" rIns="0" bIns="0" rtlCol="0" anchor="t">
            <a:normAutofit/>
          </a:bodyPr>
          <a:lstStyle/>
          <a:p>
            <a:pPr marL="0" indent="0" algn="l">
              <a:lnSpc>
                <a:spcPts val="2160"/>
              </a:lnSpc>
              <a:buNone/>
            </a:pPr>
            <a:r>
              <a:rPr lang="fr-FR" sz="1800" b="1" noProof="0">
                <a:solidFill>
                  <a:srgbClr val="F0A24A"/>
                </a:solidFill>
                <a:latin typeface="IBM Plex Sans" pitchFamily="34" charset="0"/>
                <a:ea typeface="IBM Plex Sans" pitchFamily="34" charset="-122"/>
                <a:cs typeface="IBM Plex Sans" pitchFamily="34" charset="-120"/>
              </a:rPr>
              <a:t>Limites du modèle</a:t>
            </a:r>
            <a:endParaRPr lang="fr-FR" sz="1800" noProof="0"/>
          </a:p>
        </p:txBody>
      </p:sp>
      <p:sp>
        <p:nvSpPr>
          <p:cNvPr id="8" name="Text 6"/>
          <p:cNvSpPr/>
          <p:nvPr/>
        </p:nvSpPr>
        <p:spPr>
          <a:xfrm>
            <a:off x="4631267" y="2092958"/>
            <a:ext cx="3017351" cy="1358900"/>
          </a:xfrm>
          <a:prstGeom prst="rect">
            <a:avLst/>
          </a:prstGeom>
          <a:noFill/>
          <a:ln/>
        </p:spPr>
        <p:txBody>
          <a:bodyPr wrap="square" lIns="0" tIns="0" rIns="0" bIns="0" rtlCol="0" anchor="t">
            <a:normAutofit/>
          </a:bodyPr>
          <a:lstStyle/>
          <a:p>
            <a:pPr marL="0" indent="0" algn="l">
              <a:lnSpc>
                <a:spcPts val="2100"/>
              </a:lnSpc>
              <a:buNone/>
            </a:pPr>
            <a:r>
              <a:rPr lang="fr-FR" sz="1500" noProof="0">
                <a:solidFill>
                  <a:srgbClr val="F4F1EA"/>
                </a:solidFill>
                <a:latin typeface="IBM Plex Sans" pitchFamily="34" charset="0"/>
                <a:ea typeface="IBM Plex Sans" pitchFamily="34" charset="-122"/>
                <a:cs typeface="IBM Plex Sans" pitchFamily="34" charset="-120"/>
              </a:rPr>
              <a:t>5 trajets au plus, récepteur à seuil sans filtre adapté, précision limitée par le nombre de bits simulés (TEB sous 10⁻⁵ hors de portée).</a:t>
            </a:r>
            <a:endParaRPr lang="fr-FR" sz="1500" noProof="0"/>
          </a:p>
        </p:txBody>
      </p:sp>
      <p:sp>
        <p:nvSpPr>
          <p:cNvPr id="9" name="Shape 7"/>
          <p:cNvSpPr/>
          <p:nvPr/>
        </p:nvSpPr>
        <p:spPr>
          <a:xfrm>
            <a:off x="7992533" y="1513842"/>
            <a:ext cx="3386667" cy="2141220"/>
          </a:xfrm>
          <a:prstGeom prst="roundRect">
            <a:avLst>
              <a:gd name="adj" fmla="val 4745"/>
            </a:avLst>
          </a:prstGeom>
          <a:solidFill>
            <a:srgbClr val="1D2C3E"/>
          </a:solidFill>
          <a:ln/>
        </p:spPr>
        <p:txBody>
          <a:bodyPr/>
          <a:lstStyle/>
          <a:p>
            <a:endParaRPr lang="fr-FR" noProof="0"/>
          </a:p>
        </p:txBody>
      </p:sp>
      <p:sp>
        <p:nvSpPr>
          <p:cNvPr id="10" name="Text 8"/>
          <p:cNvSpPr/>
          <p:nvPr/>
        </p:nvSpPr>
        <p:spPr>
          <a:xfrm>
            <a:off x="8221133" y="1742442"/>
            <a:ext cx="3017351" cy="574040"/>
          </a:xfrm>
          <a:prstGeom prst="rect">
            <a:avLst/>
          </a:prstGeom>
          <a:noFill/>
          <a:ln/>
        </p:spPr>
        <p:txBody>
          <a:bodyPr wrap="square" lIns="0" tIns="0" rIns="0" bIns="0" rtlCol="0" anchor="t">
            <a:normAutofit/>
          </a:bodyPr>
          <a:lstStyle/>
          <a:p>
            <a:pPr>
              <a:lnSpc>
                <a:spcPts val="2160"/>
              </a:lnSpc>
            </a:pPr>
            <a:r>
              <a:rPr lang="fr-FR" sz="1800" b="1" noProof="0">
                <a:solidFill>
                  <a:srgbClr val="F0A24A"/>
                </a:solidFill>
                <a:latin typeface="IBM Plex Sans"/>
                <a:ea typeface="IBM Plex Sans" pitchFamily="34" charset="-122"/>
                <a:cs typeface="IBM Plex Sans" pitchFamily="34" charset="-120"/>
              </a:rPr>
              <a:t>Ce que nous n'avons pas réussi</a:t>
            </a:r>
            <a:r>
              <a:rPr lang="fr-FR" b="1">
                <a:solidFill>
                  <a:srgbClr val="F0A24A"/>
                </a:solidFill>
                <a:latin typeface="IBM Plex Sans"/>
                <a:ea typeface="IBM Plex Sans" pitchFamily="34" charset="-122"/>
                <a:cs typeface="IBM Plex Sans" pitchFamily="34" charset="-120"/>
              </a:rPr>
              <a:t> aussi bien qu'espéré</a:t>
            </a:r>
            <a:endParaRPr lang="fr-FR" sz="1800" noProof="0"/>
          </a:p>
        </p:txBody>
      </p:sp>
      <p:sp>
        <p:nvSpPr>
          <p:cNvPr id="11" name="Text 9"/>
          <p:cNvSpPr/>
          <p:nvPr/>
        </p:nvSpPr>
        <p:spPr>
          <a:xfrm>
            <a:off x="8221133" y="2324147"/>
            <a:ext cx="3017351" cy="1111609"/>
          </a:xfrm>
          <a:prstGeom prst="rect">
            <a:avLst/>
          </a:prstGeom>
          <a:noFill/>
          <a:ln/>
        </p:spPr>
        <p:txBody>
          <a:bodyPr wrap="square" lIns="0" tIns="0" rIns="0" bIns="0" rtlCol="0" anchor="t">
            <a:normAutofit/>
          </a:bodyPr>
          <a:lstStyle/>
          <a:p>
            <a:pPr>
              <a:lnSpc>
                <a:spcPts val="2100"/>
              </a:lnSpc>
            </a:pPr>
            <a:r>
              <a:rPr lang="fr-FR" sz="1500">
                <a:solidFill>
                  <a:srgbClr val="F4F1EA"/>
                </a:solidFill>
                <a:latin typeface="IBM Plex Sans"/>
              </a:rPr>
              <a:t>Intégrer proprement le sondage du canal, quelques problèmes de coordination parfois</a:t>
            </a:r>
            <a:endParaRPr lang="en-US"/>
          </a:p>
        </p:txBody>
      </p:sp>
      <p:sp>
        <p:nvSpPr>
          <p:cNvPr id="12" name="Text 10"/>
          <p:cNvSpPr/>
          <p:nvPr/>
        </p:nvSpPr>
        <p:spPr>
          <a:xfrm>
            <a:off x="812800" y="3909058"/>
            <a:ext cx="10883392" cy="309880"/>
          </a:xfrm>
          <a:prstGeom prst="rect">
            <a:avLst/>
          </a:prstGeom>
          <a:noFill/>
          <a:ln/>
        </p:spPr>
        <p:txBody>
          <a:bodyPr wrap="square" lIns="0" tIns="0" rIns="0" bIns="0" rtlCol="0" anchor="t">
            <a:normAutofit/>
          </a:bodyPr>
          <a:lstStyle/>
          <a:p>
            <a:pPr marL="0" indent="0" algn="l">
              <a:lnSpc>
                <a:spcPts val="2240"/>
              </a:lnSpc>
              <a:buNone/>
            </a:pPr>
            <a:endParaRPr lang="fr-FR" sz="1600" noProof="0"/>
          </a:p>
        </p:txBody>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9FB0C3"/>
                </a:solidFill>
                <a:latin typeface="IBM Plex Sans" pitchFamily="34" charset="0"/>
                <a:ea typeface="IBM Plex Sans" pitchFamily="34" charset="-122"/>
                <a:cs typeface="IBM Plex Sans" pitchFamily="34" charset="-120"/>
              </a:rPr>
              <a:t>SIT213 · Restitution · Bilan</a:t>
            </a:r>
            <a:endParaRPr lang="fr-FR" sz="1200" noProof="0"/>
          </a:p>
        </p:txBody>
      </p:sp>
      <p:sp>
        <p:nvSpPr>
          <p:cNvPr id="15" name="Text 13">
            <a:extLst>
              <a:ext uri="{FF2B5EF4-FFF2-40B4-BE49-F238E27FC236}">
                <a16:creationId xmlns:a16="http://schemas.microsoft.com/office/drawing/2014/main" id="{B13A874B-4633-4252-FA8F-EFB07DD608B1}"/>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a:t>
            </a:r>
            <a:r>
              <a:rPr lang="fr-FR" sz="1200">
                <a:solidFill>
                  <a:srgbClr val="5D6670"/>
                </a:solidFill>
              </a:rPr>
              <a:t>°18/19</a:t>
            </a:r>
            <a:endParaRPr lang="fr-FR" sz="1200" noProof="0">
              <a:solidFill>
                <a:srgbClr val="5D6670"/>
              </a:solidFill>
            </a:endParaRPr>
          </a:p>
        </p:txBody>
      </p:sp>
      <p:sp>
        <p:nvSpPr>
          <p:cNvPr id="16" name="Text 2">
            <a:extLst>
              <a:ext uri="{FF2B5EF4-FFF2-40B4-BE49-F238E27FC236}">
                <a16:creationId xmlns:a16="http://schemas.microsoft.com/office/drawing/2014/main" id="{46049413-FCDE-EF01-FA9A-8DD43E4C7C1E}"/>
              </a:ext>
            </a:extLst>
          </p:cNvPr>
          <p:cNvSpPr/>
          <p:nvPr/>
        </p:nvSpPr>
        <p:spPr>
          <a:xfrm>
            <a:off x="57665" y="6522617"/>
            <a:ext cx="263447" cy="336653"/>
          </a:xfrm>
          <a:prstGeom prst="rect">
            <a:avLst/>
          </a:prstGeom>
          <a:noFill/>
          <a:ln/>
        </p:spPr>
        <p:txBody>
          <a:bodyPr wrap="square" lIns="0" tIns="0" rIns="0" bIns="0" rtlCol="0" anchor="t">
            <a:normAutofit/>
          </a:bodyPr>
          <a:lstStyle/>
          <a:p>
            <a:pPr>
              <a:lnSpc>
                <a:spcPts val="2520"/>
              </a:lnSpc>
            </a:pPr>
            <a:r>
              <a:rPr lang="fr-FR">
                <a:solidFill>
                  <a:srgbClr val="C9D3DF"/>
                </a:solidFill>
              </a:rPr>
              <a:t>D</a:t>
            </a:r>
            <a:endParaRPr lang="fr-FR" sz="1800" noProof="0">
              <a:solidFill>
                <a:srgbClr val="C9D3DF"/>
              </a:solidFill>
            </a:endParaRPr>
          </a:p>
        </p:txBody>
      </p:sp>
      <p:sp>
        <p:nvSpPr>
          <p:cNvPr id="18" name="Text 0">
            <a:extLst>
              <a:ext uri="{FF2B5EF4-FFF2-40B4-BE49-F238E27FC236}">
                <a16:creationId xmlns:a16="http://schemas.microsoft.com/office/drawing/2014/main" id="{CE2C8C18-E959-5247-2564-F622C70E41D0}"/>
              </a:ext>
            </a:extLst>
          </p:cNvPr>
          <p:cNvSpPr txBox="1">
            <a:spLocks/>
          </p:cNvSpPr>
          <p:nvPr/>
        </p:nvSpPr>
        <p:spPr>
          <a:xfrm>
            <a:off x="924011" y="4617308"/>
            <a:ext cx="10670581" cy="1186385"/>
          </a:xfrm>
          <a:prstGeom prst="rect">
            <a:avLst/>
          </a:prstGeom>
          <a:noFill/>
          <a:ln/>
        </p:spPr>
        <p:txBody>
          <a:bodyPr wrap="square" lIns="0" tIns="0" rIns="0" bIns="0" rtlCol="0" anchor="t">
            <a:normAutofit/>
          </a:bodyPr>
          <a:lstStyle>
            <a:lvl1pPr marL="0" indent="0" algn="l" defTabSz="914400" rtl="0" eaLnBrk="1" latinLnBrk="0" hangingPunct="1">
              <a:lnSpc>
                <a:spcPct val="115000"/>
              </a:lnSpc>
              <a:spcBef>
                <a:spcPct val="0"/>
              </a:spcBef>
              <a:buNone/>
              <a:defRPr lang="en-US" sz="3200" kern="1200" dirty="0">
                <a:solidFill>
                  <a:srgbClr val="17202A"/>
                </a:solidFill>
                <a:latin typeface="IBM Plex Sans" pitchFamily="34" charset="0"/>
                <a:ea typeface="IBM Plex Sans" pitchFamily="34" charset="-122"/>
                <a:cs typeface="IBM Plex Sans" pitchFamily="34" charset="-120"/>
              </a:defRPr>
            </a:lvl1pPr>
          </a:lstStyle>
          <a:p>
            <a:pPr algn="ctr">
              <a:lnSpc>
                <a:spcPts val="3520"/>
              </a:lnSpc>
            </a:pPr>
            <a:r>
              <a:rPr lang="fr-FR" b="1">
                <a:solidFill>
                  <a:srgbClr val="F4F1EA"/>
                </a:solidFill>
                <a:latin typeface="IBM Plex Sans"/>
              </a:rPr>
              <a:t>Merci de nous avoir écoutés !</a:t>
            </a:r>
            <a:br>
              <a:rPr lang="fr-FR" b="1">
                <a:latin typeface="IBM Plex Sans"/>
              </a:rPr>
            </a:br>
            <a:r>
              <a:rPr lang="fr-FR" b="1">
                <a:solidFill>
                  <a:srgbClr val="F4F1EA"/>
                </a:solidFill>
                <a:latin typeface="IBM Plex Sans"/>
              </a:rPr>
              <a:t>Des questions ?</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40"/>
          </a:xfrm>
          <a:prstGeom prst="rect">
            <a:avLst/>
          </a:prstGeom>
          <a:noFill/>
          <a:ln/>
        </p:spPr>
        <p:txBody>
          <a:bodyPr wrap="square" lIns="0" tIns="0" rIns="0" bIns="0" rtlCol="0" anchor="t">
            <a:normAutofit/>
          </a:bodyPr>
          <a:lstStyle/>
          <a:p>
            <a:pPr marL="0" indent="0" algn="l">
              <a:lnSpc>
                <a:spcPts val="3520"/>
              </a:lnSpc>
              <a:buNone/>
            </a:pPr>
            <a:r>
              <a:rPr lang="fr-FR" sz="3200" b="1" i="0" noProof="0" dirty="0">
                <a:solidFill>
                  <a:srgbClr val="17202A"/>
                </a:solidFill>
                <a:latin typeface="IBM Plex Sans" pitchFamily="34" charset="0"/>
                <a:ea typeface="IBM Plex Sans" pitchFamily="34" charset="-122"/>
                <a:cs typeface="IBM Plex Sans" pitchFamily="34" charset="-120"/>
              </a:rPr>
              <a:t>Annexe : calculs détaillés</a:t>
            </a:r>
            <a:endParaRPr lang="fr-FR" sz="3200" noProof="0" dirty="0"/>
          </a:p>
        </p:txBody>
      </p:sp>
      <p:sp>
        <p:nvSpPr>
          <p:cNvPr id="3" name="Shape 1"/>
          <p:cNvSpPr/>
          <p:nvPr/>
        </p:nvSpPr>
        <p:spPr>
          <a:xfrm>
            <a:off x="815974" y="1517017"/>
            <a:ext cx="6919849" cy="2193925"/>
          </a:xfrm>
          <a:prstGeom prst="roundRect">
            <a:avLst>
              <a:gd name="adj" fmla="val 4270"/>
            </a:avLst>
          </a:prstGeom>
          <a:solidFill>
            <a:srgbClr val="FFFFFF"/>
          </a:solidFill>
          <a:ln w="6350">
            <a:solidFill>
              <a:srgbClr val="DDD8CC"/>
            </a:solidFill>
            <a:prstDash val="solid"/>
          </a:ln>
        </p:spPr>
        <p:txBody>
          <a:bodyPr/>
          <a:lstStyle/>
          <a:p>
            <a:endParaRPr lang="fr-FR" noProof="0"/>
          </a:p>
        </p:txBody>
      </p:sp>
      <p:sp>
        <p:nvSpPr>
          <p:cNvPr id="4" name="Text 2"/>
          <p:cNvSpPr/>
          <p:nvPr/>
        </p:nvSpPr>
        <p:spPr>
          <a:xfrm>
            <a:off x="1046480" y="1747515"/>
            <a:ext cx="4855667" cy="299720"/>
          </a:xfrm>
          <a:prstGeom prst="rect">
            <a:avLst/>
          </a:prstGeom>
          <a:noFill/>
          <a:ln/>
        </p:spPr>
        <p:txBody>
          <a:bodyPr wrap="square" lIns="0" tIns="0" rIns="0" bIns="0" rtlCol="0" anchor="t">
            <a:normAutofit/>
          </a:bodyPr>
          <a:lstStyle/>
          <a:p>
            <a:pPr marL="0" indent="0" algn="l">
              <a:lnSpc>
                <a:spcPts val="2160"/>
              </a:lnSpc>
              <a:buNone/>
            </a:pPr>
            <a:r>
              <a:rPr lang="fr-FR" sz="1800" b="1" noProof="0" dirty="0">
                <a:solidFill>
                  <a:srgbClr val="2457C5"/>
                </a:solidFill>
                <a:latin typeface="IBM Plex Sans" pitchFamily="34" charset="0"/>
                <a:ea typeface="IBM Plex Sans" pitchFamily="34" charset="-122"/>
                <a:cs typeface="IBM Plex Sans" pitchFamily="34" charset="-120"/>
              </a:rPr>
              <a:t>Environnement 1 – sans codage</a:t>
            </a:r>
            <a:endParaRPr lang="fr-FR" sz="1800" noProof="0" dirty="0"/>
          </a:p>
        </p:txBody>
      </p:sp>
      <mc:AlternateContent xmlns:mc="http://schemas.openxmlformats.org/markup-compatibility/2006">
        <mc:Choice xmlns:a14="http://schemas.microsoft.com/office/drawing/2010/main" Requires="a14">
          <p:sp>
            <p:nvSpPr>
              <p:cNvPr id="5" name="Text 3"/>
              <p:cNvSpPr/>
              <p:nvPr/>
            </p:nvSpPr>
            <p:spPr>
              <a:xfrm>
                <a:off x="1124712" y="2098042"/>
                <a:ext cx="6483096" cy="1518920"/>
              </a:xfrm>
              <a:prstGeom prst="rect">
                <a:avLst/>
              </a:prstGeom>
              <a:noFill/>
              <a:ln/>
            </p:spPr>
            <p:txBody>
              <a:bodyPr wrap="square" lIns="0" tIns="0" rIns="0" bIns="0" rtlCol="0" anchor="t">
                <a:normAutofit/>
              </a:bodyPr>
              <a:lstStyle/>
              <a:p>
                <a:pPr>
                  <a:lnSpc>
                    <a:spcPts val="1960"/>
                  </a:lnSpc>
                </a:pPr>
                <a:r>
                  <a:rPr lang="fr-FR" sz="1400" dirty="0">
                    <a:solidFill>
                      <a:schemeClr val="tx1"/>
                    </a:solidFill>
                    <a:latin typeface="IBM Plex Sans" pitchFamily="34" charset="0"/>
                    <a:ea typeface="IBM Plex Sans" pitchFamily="34" charset="-122"/>
                    <a:cs typeface="IBM Plex Sans" pitchFamily="34" charset="-120"/>
                  </a:rPr>
                  <a:t>Signal NRZ, amplitude [-1V; +1V]</a:t>
                </a:r>
              </a:p>
              <a:p>
                <a:pPr>
                  <a:lnSpc>
                    <a:spcPts val="1960"/>
                  </a:lnSpc>
                </a:pPr>
                <a:r>
                  <a:rPr lang="fr-FR" sz="1400" dirty="0" err="1">
                    <a:solidFill>
                      <a:schemeClr val="tx1"/>
                    </a:solidFill>
                    <a:latin typeface="IBM Plex Sans" pitchFamily="34" charset="0"/>
                    <a:ea typeface="IBM Plex Sans" pitchFamily="34" charset="-122"/>
                    <a:cs typeface="IBM Plex Sans" pitchFamily="34" charset="-120"/>
                  </a:rPr>
                  <a:t>SNRpb</a:t>
                </a:r>
                <a:r>
                  <a:rPr lang="fr-FR" sz="1400" dirty="0">
                    <a:solidFill>
                      <a:schemeClr val="tx1"/>
                    </a:solidFill>
                    <a:latin typeface="IBM Plex Sans" pitchFamily="34" charset="0"/>
                    <a:ea typeface="IBM Plex Sans" pitchFamily="34" charset="-122"/>
                    <a:cs typeface="IBM Plex Sans" pitchFamily="34" charset="-120"/>
                  </a:rPr>
                  <a:t> (</a:t>
                </a:r>
                <a:r>
                  <a:rPr lang="fr-FR" sz="1400" dirty="0" err="1">
                    <a:solidFill>
                      <a:schemeClr val="tx1"/>
                    </a:solidFill>
                    <a:latin typeface="IBM Plex Sans" pitchFamily="34" charset="0"/>
                    <a:ea typeface="IBM Plex Sans" pitchFamily="34" charset="-122"/>
                    <a:cs typeface="IBM Plex Sans" pitchFamily="34" charset="-120"/>
                  </a:rPr>
                  <a:t>Eb</a:t>
                </a:r>
                <a:r>
                  <a:rPr lang="fr-FR" sz="1400" dirty="0">
                    <a:solidFill>
                      <a:schemeClr val="tx1"/>
                    </a:solidFill>
                    <a:latin typeface="IBM Plex Sans" pitchFamily="34" charset="0"/>
                    <a:ea typeface="IBM Plex Sans" pitchFamily="34" charset="-122"/>
                    <a:cs typeface="IBM Plex Sans" pitchFamily="34" charset="-120"/>
                  </a:rPr>
                  <a:t>/N0) = 6,8dB (4,786 en linéaire)</a:t>
                </a:r>
              </a:p>
              <a:p>
                <a:pPr>
                  <a:lnSpc>
                    <a:spcPts val="1960"/>
                  </a:lnSpc>
                </a:pPr>
                <a:r>
                  <a:rPr lang="fr-FR" sz="1400" dirty="0">
                    <a:solidFill>
                      <a:schemeClr val="tx1"/>
                    </a:solidFill>
                  </a:rPr>
                  <a:t>Energie bin. reçue : </a:t>
                </a:r>
                <a14:m>
                  <m:oMath xmlns:m="http://schemas.openxmlformats.org/officeDocument/2006/math">
                    <m:sSub>
                      <m:sSubPr>
                        <m:ctrlPr>
                          <a:rPr lang="fr-FR" sz="1400" i="1">
                            <a:solidFill>
                              <a:schemeClr val="tx1"/>
                            </a:solidFill>
                            <a:latin typeface="Cambria Math" panose="02040503050406030204" pitchFamily="18" charset="0"/>
                          </a:rPr>
                        </m:ctrlPr>
                      </m:sSubPr>
                      <m:e>
                        <m:r>
                          <a:rPr lang="fr-FR" sz="1400" i="1">
                            <a:solidFill>
                              <a:schemeClr val="tx1"/>
                            </a:solidFill>
                            <a:latin typeface="Cambria Math" panose="02040503050406030204" pitchFamily="18" charset="0"/>
                          </a:rPr>
                          <m:t>𝐸</m:t>
                        </m:r>
                      </m:e>
                      <m:sub>
                        <m:r>
                          <a:rPr lang="fr-FR" sz="1400" i="1">
                            <a:solidFill>
                              <a:schemeClr val="tx1"/>
                            </a:solidFill>
                            <a:latin typeface="Cambria Math" panose="02040503050406030204" pitchFamily="18" charset="0"/>
                          </a:rPr>
                          <m:t>𝑏</m:t>
                        </m:r>
                        <m:r>
                          <a:rPr lang="fr-FR" sz="1400">
                            <a:solidFill>
                              <a:schemeClr val="tx1"/>
                            </a:solidFill>
                            <a:latin typeface="Cambria Math" panose="02040503050406030204" pitchFamily="18" charset="0"/>
                          </a:rPr>
                          <m:t>,</m:t>
                        </m:r>
                        <m:r>
                          <m:rPr>
                            <m:nor/>
                          </m:rPr>
                          <a:rPr lang="fr-FR" sz="1400" i="0">
                            <a:solidFill>
                              <a:schemeClr val="tx1"/>
                            </a:solidFill>
                            <a:latin typeface="Cambria Math" panose="02040503050406030204" pitchFamily="18" charset="0"/>
                          </a:rPr>
                          <m:t>rec</m:t>
                        </m:r>
                      </m:sub>
                    </m:sSub>
                    <m:r>
                      <a:rPr lang="fr-FR" sz="1400">
                        <a:solidFill>
                          <a:schemeClr val="tx1"/>
                        </a:solidFill>
                        <a:latin typeface="Cambria Math" panose="02040503050406030204" pitchFamily="18" charset="0"/>
                      </a:rPr>
                      <m:t>=</m:t>
                    </m:r>
                    <m:sSub>
                      <m:sSubPr>
                        <m:ctrlPr>
                          <a:rPr lang="fr-FR" sz="1400" i="1">
                            <a:solidFill>
                              <a:schemeClr val="tx1"/>
                            </a:solidFill>
                            <a:latin typeface="Cambria Math" panose="02040503050406030204" pitchFamily="18" charset="0"/>
                          </a:rPr>
                        </m:ctrlPr>
                      </m:sSubPr>
                      <m:e>
                        <m:r>
                          <a:rPr lang="fr-FR" sz="1400" i="1">
                            <a:solidFill>
                              <a:schemeClr val="tx1"/>
                            </a:solidFill>
                            <a:latin typeface="Cambria Math" panose="02040503050406030204" pitchFamily="18" charset="0"/>
                          </a:rPr>
                          <m:t>𝑁</m:t>
                        </m:r>
                      </m:e>
                      <m:sub>
                        <m:r>
                          <a:rPr lang="fr-FR" sz="1400">
                            <a:solidFill>
                              <a:schemeClr val="tx1"/>
                            </a:solidFill>
                            <a:latin typeface="Cambria Math" panose="02040503050406030204" pitchFamily="18" charset="0"/>
                          </a:rPr>
                          <m:t>0</m:t>
                        </m:r>
                      </m:sub>
                    </m:sSub>
                    <m:r>
                      <a:rPr lang="fr-FR" sz="1400">
                        <a:solidFill>
                          <a:schemeClr val="tx1"/>
                        </a:solidFill>
                        <a:latin typeface="Cambria Math" panose="02040503050406030204" pitchFamily="18" charset="0"/>
                      </a:rPr>
                      <m:t>×</m:t>
                    </m:r>
                    <m:sSup>
                      <m:sSupPr>
                        <m:ctrlPr>
                          <a:rPr lang="fr-FR" sz="1400">
                            <a:solidFill>
                              <a:schemeClr val="tx1"/>
                            </a:solidFill>
                            <a:latin typeface="Cambria Math" panose="02040503050406030204" pitchFamily="18" charset="0"/>
                          </a:rPr>
                        </m:ctrlPr>
                      </m:sSupPr>
                      <m:e>
                        <m:r>
                          <a:rPr lang="fr-FR" sz="1400">
                            <a:solidFill>
                              <a:schemeClr val="tx1"/>
                            </a:solidFill>
                            <a:latin typeface="Cambria Math" panose="02040503050406030204" pitchFamily="18" charset="0"/>
                          </a:rPr>
                          <m:t>10</m:t>
                        </m:r>
                      </m:e>
                      <m:sup>
                        <m:r>
                          <a:rPr lang="fr-FR" sz="1400">
                            <a:solidFill>
                              <a:schemeClr val="tx1"/>
                            </a:solidFill>
                            <a:latin typeface="Cambria Math" panose="02040503050406030204" pitchFamily="18" charset="0"/>
                          </a:rPr>
                          <m:t>0,68</m:t>
                        </m:r>
                      </m:sup>
                    </m:sSup>
                    <m:r>
                      <a:rPr lang="fr-FR" sz="1400">
                        <a:solidFill>
                          <a:schemeClr val="tx1"/>
                        </a:solidFill>
                        <a:latin typeface="Cambria Math" panose="02040503050406030204" pitchFamily="18" charset="0"/>
                      </a:rPr>
                      <m:t>=</m:t>
                    </m:r>
                    <m:sSup>
                      <m:sSupPr>
                        <m:ctrlPr>
                          <a:rPr lang="fr-FR" sz="1400">
                            <a:solidFill>
                              <a:schemeClr val="tx1"/>
                            </a:solidFill>
                            <a:latin typeface="Cambria Math" panose="02040503050406030204" pitchFamily="18" charset="0"/>
                          </a:rPr>
                        </m:ctrlPr>
                      </m:sSupPr>
                      <m:e>
                        <m:r>
                          <a:rPr lang="fr-FR" sz="1400">
                            <a:solidFill>
                              <a:schemeClr val="tx1"/>
                            </a:solidFill>
                            <a:latin typeface="Cambria Math" panose="02040503050406030204" pitchFamily="18" charset="0"/>
                          </a:rPr>
                          <m:t>10</m:t>
                        </m:r>
                      </m:e>
                      <m:sup>
                        <m:r>
                          <a:rPr lang="fr-FR" sz="1400">
                            <a:solidFill>
                              <a:schemeClr val="tx1"/>
                            </a:solidFill>
                            <a:latin typeface="Cambria Math" panose="02040503050406030204" pitchFamily="18" charset="0"/>
                          </a:rPr>
                          <m:t>−11</m:t>
                        </m:r>
                      </m:sup>
                    </m:sSup>
                    <m:r>
                      <a:rPr lang="fr-FR" sz="1400">
                        <a:solidFill>
                          <a:schemeClr val="tx1"/>
                        </a:solidFill>
                        <a:latin typeface="Cambria Math" panose="02040503050406030204" pitchFamily="18" charset="0"/>
                      </a:rPr>
                      <m:t>×4,786≈</m:t>
                    </m:r>
                    <m:r>
                      <a:rPr lang="fr-FR" sz="1400" b="1">
                        <a:solidFill>
                          <a:schemeClr val="tx1"/>
                        </a:solidFill>
                        <a:latin typeface="Cambria Math" panose="02040503050406030204" pitchFamily="18" charset="0"/>
                      </a:rPr>
                      <m:t>𝟒</m:t>
                    </m:r>
                    <m:r>
                      <a:rPr lang="fr-FR" sz="1400">
                        <a:solidFill>
                          <a:schemeClr val="tx1"/>
                        </a:solidFill>
                        <a:latin typeface="Cambria Math" panose="02040503050406030204" pitchFamily="18" charset="0"/>
                      </a:rPr>
                      <m:t>,</m:t>
                    </m:r>
                    <m:r>
                      <a:rPr lang="fr-FR" sz="1400" b="1">
                        <a:solidFill>
                          <a:schemeClr val="tx1"/>
                        </a:solidFill>
                        <a:latin typeface="Cambria Math" panose="02040503050406030204" pitchFamily="18" charset="0"/>
                      </a:rPr>
                      <m:t>𝟕𝟗</m:t>
                    </m:r>
                    <m:r>
                      <a:rPr lang="fr-FR" sz="1400">
                        <a:solidFill>
                          <a:schemeClr val="tx1"/>
                        </a:solidFill>
                        <a:latin typeface="Cambria Math" panose="02040503050406030204" pitchFamily="18" charset="0"/>
                      </a:rPr>
                      <m:t>×</m:t>
                    </m:r>
                    <m:sSup>
                      <m:sSupPr>
                        <m:ctrlPr>
                          <a:rPr lang="fr-FR" sz="1400" b="1">
                            <a:solidFill>
                              <a:schemeClr val="tx1"/>
                            </a:solidFill>
                            <a:latin typeface="Cambria Math" panose="02040503050406030204" pitchFamily="18" charset="0"/>
                          </a:rPr>
                        </m:ctrlPr>
                      </m:sSupPr>
                      <m:e>
                        <m:r>
                          <a:rPr lang="fr-FR" sz="1400" b="1">
                            <a:solidFill>
                              <a:schemeClr val="tx1"/>
                            </a:solidFill>
                            <a:latin typeface="Cambria Math" panose="02040503050406030204" pitchFamily="18" charset="0"/>
                          </a:rPr>
                          <m:t>𝟏𝟎</m:t>
                        </m:r>
                      </m:e>
                      <m:sup>
                        <m:r>
                          <a:rPr lang="fr-FR" sz="1400">
                            <a:solidFill>
                              <a:schemeClr val="tx1"/>
                            </a:solidFill>
                            <a:latin typeface="Cambria Math" panose="02040503050406030204" pitchFamily="18" charset="0"/>
                          </a:rPr>
                          <m:t>−</m:t>
                        </m:r>
                        <m:r>
                          <a:rPr lang="fr-FR" sz="1400" b="1">
                            <a:solidFill>
                              <a:schemeClr val="tx1"/>
                            </a:solidFill>
                            <a:latin typeface="Cambria Math" panose="02040503050406030204" pitchFamily="18" charset="0"/>
                          </a:rPr>
                          <m:t>𝟏𝟏</m:t>
                        </m:r>
                      </m:sup>
                    </m:sSup>
                    <m:r>
                      <m:rPr>
                        <m:nor/>
                      </m:rPr>
                      <a:rPr lang="fr-FR" sz="1400" i="0">
                        <a:solidFill>
                          <a:schemeClr val="tx1"/>
                        </a:solidFill>
                        <a:latin typeface="Cambria Math" panose="02040503050406030204" pitchFamily="18" charset="0"/>
                      </a:rPr>
                      <m:t> J/bit</m:t>
                    </m:r>
                  </m:oMath>
                </a14:m>
                <a:endParaRPr lang="fr-FR" sz="1400" dirty="0">
                  <a:solidFill>
                    <a:schemeClr val="tx1"/>
                  </a:solidFill>
                  <a:latin typeface="IBM Plex Sans" pitchFamily="34" charset="0"/>
                  <a:ea typeface="IBM Plex Sans" pitchFamily="34" charset="-122"/>
                  <a:cs typeface="IBM Plex Sans" pitchFamily="34" charset="-120"/>
                </a:endParaRPr>
              </a:p>
              <a:p>
                <a:pPr>
                  <a:lnSpc>
                    <a:spcPts val="1960"/>
                  </a:lnSpc>
                </a:pPr>
                <a:r>
                  <a:rPr lang="fr-FR" sz="1400" dirty="0">
                    <a:solidFill>
                      <a:schemeClr val="tx1"/>
                    </a:solidFill>
                  </a:rPr>
                  <a:t>Energie bin. émise : </a:t>
                </a:r>
                <a14:m>
                  <m:oMath xmlns:m="http://schemas.openxmlformats.org/officeDocument/2006/math">
                    <m:sSub>
                      <m:sSubPr>
                        <m:ctrlPr>
                          <a:rPr lang="fr-FR" sz="1400" i="1">
                            <a:solidFill>
                              <a:schemeClr val="tx1"/>
                            </a:solidFill>
                            <a:latin typeface="Cambria Math" panose="02040503050406030204" pitchFamily="18" charset="0"/>
                          </a:rPr>
                        </m:ctrlPr>
                      </m:sSubPr>
                      <m:e>
                        <m:r>
                          <a:rPr lang="fr-FR" sz="1400" i="1">
                            <a:solidFill>
                              <a:schemeClr val="tx1"/>
                            </a:solidFill>
                            <a:latin typeface="Cambria Math" panose="02040503050406030204" pitchFamily="18" charset="0"/>
                          </a:rPr>
                          <m:t>𝐸</m:t>
                        </m:r>
                      </m:e>
                      <m:sub>
                        <m:r>
                          <a:rPr lang="fr-FR" sz="1400" i="1">
                            <a:solidFill>
                              <a:schemeClr val="tx1"/>
                            </a:solidFill>
                            <a:latin typeface="Cambria Math" panose="02040503050406030204" pitchFamily="18" charset="0"/>
                          </a:rPr>
                          <m:t>𝑏</m:t>
                        </m:r>
                        <m:r>
                          <a:rPr lang="fr-FR" sz="1400">
                            <a:solidFill>
                              <a:schemeClr val="tx1"/>
                            </a:solidFill>
                            <a:latin typeface="Cambria Math" panose="02040503050406030204" pitchFamily="18" charset="0"/>
                          </a:rPr>
                          <m:t>,</m:t>
                        </m:r>
                        <m:r>
                          <m:rPr>
                            <m:nor/>
                          </m:rPr>
                          <a:rPr lang="fr-FR" sz="1400" i="0">
                            <a:solidFill>
                              <a:schemeClr val="tx1"/>
                            </a:solidFill>
                            <a:latin typeface="Cambria Math" panose="02040503050406030204" pitchFamily="18" charset="0"/>
                          </a:rPr>
                          <m:t>émis</m:t>
                        </m:r>
                      </m:sub>
                    </m:sSub>
                    <m:r>
                      <a:rPr lang="fr-FR" sz="1400">
                        <a:solidFill>
                          <a:schemeClr val="tx1"/>
                        </a:solidFill>
                        <a:latin typeface="Cambria Math" panose="02040503050406030204" pitchFamily="18" charset="0"/>
                      </a:rPr>
                      <m:t>=4,79×</m:t>
                    </m:r>
                    <m:sSup>
                      <m:sSupPr>
                        <m:ctrlPr>
                          <a:rPr lang="fr-FR" sz="1400">
                            <a:solidFill>
                              <a:schemeClr val="tx1"/>
                            </a:solidFill>
                            <a:latin typeface="Cambria Math" panose="02040503050406030204" pitchFamily="18" charset="0"/>
                          </a:rPr>
                        </m:ctrlPr>
                      </m:sSupPr>
                      <m:e>
                        <m:r>
                          <a:rPr lang="fr-FR" sz="1400">
                            <a:solidFill>
                              <a:schemeClr val="tx1"/>
                            </a:solidFill>
                            <a:latin typeface="Cambria Math" panose="02040503050406030204" pitchFamily="18" charset="0"/>
                          </a:rPr>
                          <m:t>10</m:t>
                        </m:r>
                      </m:e>
                      <m:sup>
                        <m:r>
                          <a:rPr lang="fr-FR" sz="1400">
                            <a:solidFill>
                              <a:schemeClr val="tx1"/>
                            </a:solidFill>
                            <a:latin typeface="Cambria Math" panose="02040503050406030204" pitchFamily="18" charset="0"/>
                          </a:rPr>
                          <m:t>−11</m:t>
                        </m:r>
                      </m:sup>
                    </m:sSup>
                    <m:r>
                      <a:rPr lang="fr-FR" sz="1400">
                        <a:solidFill>
                          <a:schemeClr val="tx1"/>
                        </a:solidFill>
                        <a:latin typeface="Cambria Math" panose="02040503050406030204" pitchFamily="18" charset="0"/>
                      </a:rPr>
                      <m:t>×</m:t>
                    </m:r>
                    <m:sSup>
                      <m:sSupPr>
                        <m:ctrlPr>
                          <a:rPr lang="fr-FR" sz="1400">
                            <a:solidFill>
                              <a:schemeClr val="tx1"/>
                            </a:solidFill>
                            <a:latin typeface="Cambria Math" panose="02040503050406030204" pitchFamily="18" charset="0"/>
                          </a:rPr>
                        </m:ctrlPr>
                      </m:sSupPr>
                      <m:e>
                        <m:r>
                          <a:rPr lang="fr-FR" sz="1400">
                            <a:solidFill>
                              <a:schemeClr val="tx1"/>
                            </a:solidFill>
                            <a:latin typeface="Cambria Math" panose="02040503050406030204" pitchFamily="18" charset="0"/>
                          </a:rPr>
                          <m:t>10</m:t>
                        </m:r>
                      </m:e>
                      <m:sup>
                        <m:r>
                          <a:rPr lang="fr-FR" sz="1400">
                            <a:solidFill>
                              <a:schemeClr val="tx1"/>
                            </a:solidFill>
                            <a:latin typeface="Cambria Math" panose="02040503050406030204" pitchFamily="18" charset="0"/>
                          </a:rPr>
                          <m:t>4</m:t>
                        </m:r>
                      </m:sup>
                    </m:sSup>
                    <m:r>
                      <a:rPr lang="fr-FR" sz="1400">
                        <a:solidFill>
                          <a:schemeClr val="tx1"/>
                        </a:solidFill>
                        <a:latin typeface="Cambria Math" panose="02040503050406030204" pitchFamily="18" charset="0"/>
                      </a:rPr>
                      <m:t>≈</m:t>
                    </m:r>
                    <m:r>
                      <a:rPr lang="fr-FR" sz="1400" b="1">
                        <a:solidFill>
                          <a:schemeClr val="tx1"/>
                        </a:solidFill>
                        <a:latin typeface="Cambria Math" panose="02040503050406030204" pitchFamily="18" charset="0"/>
                      </a:rPr>
                      <m:t>𝟒</m:t>
                    </m:r>
                    <m:r>
                      <a:rPr lang="fr-FR" sz="1400">
                        <a:solidFill>
                          <a:schemeClr val="tx1"/>
                        </a:solidFill>
                        <a:latin typeface="Cambria Math" panose="02040503050406030204" pitchFamily="18" charset="0"/>
                      </a:rPr>
                      <m:t>,</m:t>
                    </m:r>
                    <m:r>
                      <a:rPr lang="fr-FR" sz="1400" b="1">
                        <a:solidFill>
                          <a:schemeClr val="tx1"/>
                        </a:solidFill>
                        <a:latin typeface="Cambria Math" panose="02040503050406030204" pitchFamily="18" charset="0"/>
                      </a:rPr>
                      <m:t>𝟕𝟗</m:t>
                    </m:r>
                    <m:r>
                      <a:rPr lang="fr-FR" sz="1400">
                        <a:solidFill>
                          <a:schemeClr val="tx1"/>
                        </a:solidFill>
                        <a:latin typeface="Cambria Math" panose="02040503050406030204" pitchFamily="18" charset="0"/>
                      </a:rPr>
                      <m:t>×</m:t>
                    </m:r>
                    <m:sSup>
                      <m:sSupPr>
                        <m:ctrlPr>
                          <a:rPr lang="fr-FR" sz="1400" b="1">
                            <a:solidFill>
                              <a:schemeClr val="tx1"/>
                            </a:solidFill>
                            <a:latin typeface="Cambria Math" panose="02040503050406030204" pitchFamily="18" charset="0"/>
                          </a:rPr>
                        </m:ctrlPr>
                      </m:sSupPr>
                      <m:e>
                        <m:r>
                          <a:rPr lang="fr-FR" sz="1400" b="1">
                            <a:solidFill>
                              <a:schemeClr val="tx1"/>
                            </a:solidFill>
                            <a:latin typeface="Cambria Math" panose="02040503050406030204" pitchFamily="18" charset="0"/>
                          </a:rPr>
                          <m:t>𝟏𝟎</m:t>
                        </m:r>
                      </m:e>
                      <m:sup>
                        <m:r>
                          <a:rPr lang="fr-FR" sz="1400">
                            <a:solidFill>
                              <a:schemeClr val="tx1"/>
                            </a:solidFill>
                            <a:latin typeface="Cambria Math" panose="02040503050406030204" pitchFamily="18" charset="0"/>
                          </a:rPr>
                          <m:t>−</m:t>
                        </m:r>
                        <m:r>
                          <a:rPr lang="fr-FR" sz="1400" b="1">
                            <a:solidFill>
                              <a:schemeClr val="tx1"/>
                            </a:solidFill>
                            <a:latin typeface="Cambria Math" panose="02040503050406030204" pitchFamily="18" charset="0"/>
                          </a:rPr>
                          <m:t>𝟕</m:t>
                        </m:r>
                      </m:sup>
                    </m:sSup>
                    <m:r>
                      <m:rPr>
                        <m:nor/>
                      </m:rPr>
                      <a:rPr lang="fr-FR" sz="1400" i="0">
                        <a:solidFill>
                          <a:schemeClr val="tx1"/>
                        </a:solidFill>
                        <a:latin typeface="Cambria Math" panose="02040503050406030204" pitchFamily="18" charset="0"/>
                      </a:rPr>
                      <m:t> J/bit</m:t>
                    </m:r>
                    <m:r>
                      <a:rPr lang="fr-FR" sz="1400" i="1">
                        <a:solidFill>
                          <a:schemeClr val="tx1"/>
                        </a:solidFill>
                        <a:latin typeface="Cambria Math" panose="02040503050406030204" pitchFamily="18" charset="0"/>
                      </a:rPr>
                      <m:t> </m:t>
                    </m:r>
                    <m:d>
                      <m:dPr>
                        <m:ctrlPr>
                          <a:rPr lang="fr-FR" sz="1400">
                            <a:solidFill>
                              <a:schemeClr val="tx1"/>
                            </a:solidFill>
                            <a:latin typeface="Cambria Math" panose="02040503050406030204" pitchFamily="18" charset="0"/>
                          </a:rPr>
                        </m:ctrlPr>
                      </m:dPr>
                      <m:e>
                        <m:r>
                          <a:rPr lang="fr-FR" sz="1400">
                            <a:solidFill>
                              <a:schemeClr val="tx1"/>
                            </a:solidFill>
                            <a:latin typeface="Cambria Math" panose="02040503050406030204" pitchFamily="18" charset="0"/>
                          </a:rPr>
                          <m:t>−63,2</m:t>
                        </m:r>
                        <m:r>
                          <m:rPr>
                            <m:nor/>
                          </m:rPr>
                          <a:rPr lang="fr-FR" sz="1400" i="0">
                            <a:solidFill>
                              <a:schemeClr val="tx1"/>
                            </a:solidFill>
                            <a:latin typeface="Cambria Math" panose="02040503050406030204" pitchFamily="18" charset="0"/>
                          </a:rPr>
                          <m:t> dBJ</m:t>
                        </m:r>
                      </m:e>
                    </m:d>
                  </m:oMath>
                </a14:m>
                <a:endParaRPr lang="fr-FR" sz="1400" dirty="0">
                  <a:solidFill>
                    <a:schemeClr val="tx1"/>
                  </a:solidFill>
                  <a:latin typeface="IBM Plex Sans" pitchFamily="34" charset="0"/>
                  <a:ea typeface="IBM Plex Sans" pitchFamily="34" charset="-122"/>
                  <a:cs typeface="IBM Plex Sans" pitchFamily="34" charset="-120"/>
                </a:endParaRPr>
              </a:p>
              <a:p>
                <a:pPr>
                  <a:lnSpc>
                    <a:spcPts val="1960"/>
                  </a:lnSpc>
                </a:pPr>
                <a:r>
                  <a:rPr lang="fr-FR" sz="1400" dirty="0">
                    <a:solidFill>
                      <a:schemeClr val="tx1"/>
                    </a:solidFill>
                  </a:rPr>
                  <a:t>Energie journalière : </a:t>
                </a:r>
                <a14:m>
                  <m:oMath xmlns:m="http://schemas.openxmlformats.org/officeDocument/2006/math">
                    <m:sSub>
                      <m:sSubPr>
                        <m:ctrlPr>
                          <a:rPr lang="fr-FR" sz="1400" i="1">
                            <a:solidFill>
                              <a:schemeClr val="tx1"/>
                            </a:solidFill>
                            <a:latin typeface="Cambria Math" panose="02040503050406030204" pitchFamily="18" charset="0"/>
                          </a:rPr>
                        </m:ctrlPr>
                      </m:sSubPr>
                      <m:e>
                        <m:r>
                          <a:rPr lang="fr-FR" sz="1400" i="1">
                            <a:solidFill>
                              <a:schemeClr val="tx1"/>
                            </a:solidFill>
                            <a:latin typeface="Cambria Math" panose="02040503050406030204" pitchFamily="18" charset="0"/>
                          </a:rPr>
                          <m:t>𝐸</m:t>
                        </m:r>
                      </m:e>
                      <m:sub>
                        <m:r>
                          <m:rPr>
                            <m:nor/>
                          </m:rPr>
                          <a:rPr lang="fr-FR" sz="1400" i="0">
                            <a:solidFill>
                              <a:schemeClr val="tx1"/>
                            </a:solidFill>
                            <a:latin typeface="Cambria Math" panose="02040503050406030204" pitchFamily="18" charset="0"/>
                          </a:rPr>
                          <m:t>jour</m:t>
                        </m:r>
                      </m:sub>
                    </m:sSub>
                    <m:r>
                      <a:rPr lang="fr-FR" sz="1400">
                        <a:solidFill>
                          <a:schemeClr val="tx1"/>
                        </a:solidFill>
                        <a:latin typeface="Cambria Math" panose="02040503050406030204" pitchFamily="18" charset="0"/>
                      </a:rPr>
                      <m:t>=</m:t>
                    </m:r>
                    <m:sSup>
                      <m:sSupPr>
                        <m:ctrlPr>
                          <a:rPr lang="fr-FR" sz="1400">
                            <a:solidFill>
                              <a:schemeClr val="tx1"/>
                            </a:solidFill>
                            <a:latin typeface="Cambria Math" panose="02040503050406030204" pitchFamily="18" charset="0"/>
                          </a:rPr>
                        </m:ctrlPr>
                      </m:sSupPr>
                      <m:e>
                        <m:r>
                          <a:rPr lang="fr-FR" sz="1400">
                            <a:solidFill>
                              <a:schemeClr val="tx1"/>
                            </a:solidFill>
                            <a:latin typeface="Cambria Math" panose="02040503050406030204" pitchFamily="18" charset="0"/>
                          </a:rPr>
                          <m:t>10</m:t>
                        </m:r>
                      </m:e>
                      <m:sup>
                        <m:r>
                          <a:rPr lang="fr-FR" sz="1400">
                            <a:solidFill>
                              <a:schemeClr val="tx1"/>
                            </a:solidFill>
                            <a:latin typeface="Cambria Math" panose="02040503050406030204" pitchFamily="18" charset="0"/>
                          </a:rPr>
                          <m:t>6</m:t>
                        </m:r>
                      </m:sup>
                    </m:sSup>
                    <m:r>
                      <a:rPr lang="fr-FR" sz="1400">
                        <a:solidFill>
                          <a:schemeClr val="tx1"/>
                        </a:solidFill>
                        <a:latin typeface="Cambria Math" panose="02040503050406030204" pitchFamily="18" charset="0"/>
                      </a:rPr>
                      <m:t>×</m:t>
                    </m:r>
                    <m:sSub>
                      <m:sSubPr>
                        <m:ctrlPr>
                          <a:rPr lang="fr-FR" sz="1400" i="1">
                            <a:solidFill>
                              <a:schemeClr val="tx1"/>
                            </a:solidFill>
                            <a:latin typeface="Cambria Math" panose="02040503050406030204" pitchFamily="18" charset="0"/>
                          </a:rPr>
                        </m:ctrlPr>
                      </m:sSubPr>
                      <m:e>
                        <m:r>
                          <a:rPr lang="fr-FR" sz="1400" i="1">
                            <a:solidFill>
                              <a:schemeClr val="tx1"/>
                            </a:solidFill>
                            <a:latin typeface="Cambria Math" panose="02040503050406030204" pitchFamily="18" charset="0"/>
                          </a:rPr>
                          <m:t>𝐸</m:t>
                        </m:r>
                      </m:e>
                      <m:sub>
                        <m:r>
                          <a:rPr lang="fr-FR" sz="1400" i="1">
                            <a:solidFill>
                              <a:schemeClr val="tx1"/>
                            </a:solidFill>
                            <a:latin typeface="Cambria Math" panose="02040503050406030204" pitchFamily="18" charset="0"/>
                          </a:rPr>
                          <m:t>𝑏</m:t>
                        </m:r>
                        <m:r>
                          <a:rPr lang="fr-FR" sz="1400">
                            <a:solidFill>
                              <a:schemeClr val="tx1"/>
                            </a:solidFill>
                            <a:latin typeface="Cambria Math" panose="02040503050406030204" pitchFamily="18" charset="0"/>
                          </a:rPr>
                          <m:t>,</m:t>
                        </m:r>
                        <m:r>
                          <m:rPr>
                            <m:nor/>
                          </m:rPr>
                          <a:rPr lang="fr-FR" sz="1400" i="0">
                            <a:solidFill>
                              <a:schemeClr val="tx1"/>
                            </a:solidFill>
                            <a:latin typeface="Cambria Math" panose="02040503050406030204" pitchFamily="18" charset="0"/>
                          </a:rPr>
                          <m:t>émis</m:t>
                        </m:r>
                      </m:sub>
                    </m:sSub>
                    <m:r>
                      <a:rPr lang="fr-FR" sz="1400">
                        <a:solidFill>
                          <a:schemeClr val="tx1"/>
                        </a:solidFill>
                        <a:latin typeface="Cambria Math" panose="02040503050406030204" pitchFamily="18" charset="0"/>
                      </a:rPr>
                      <m:t>=</m:t>
                    </m:r>
                    <m:sSup>
                      <m:sSupPr>
                        <m:ctrlPr>
                          <a:rPr lang="fr-FR" sz="1400">
                            <a:solidFill>
                              <a:schemeClr val="tx1"/>
                            </a:solidFill>
                            <a:latin typeface="Cambria Math" panose="02040503050406030204" pitchFamily="18" charset="0"/>
                          </a:rPr>
                        </m:ctrlPr>
                      </m:sSupPr>
                      <m:e>
                        <m:r>
                          <a:rPr lang="fr-FR" sz="1400">
                            <a:solidFill>
                              <a:schemeClr val="tx1"/>
                            </a:solidFill>
                            <a:latin typeface="Cambria Math" panose="02040503050406030204" pitchFamily="18" charset="0"/>
                          </a:rPr>
                          <m:t>10</m:t>
                        </m:r>
                      </m:e>
                      <m:sup>
                        <m:r>
                          <a:rPr lang="fr-FR" sz="1400">
                            <a:solidFill>
                              <a:schemeClr val="tx1"/>
                            </a:solidFill>
                            <a:latin typeface="Cambria Math" panose="02040503050406030204" pitchFamily="18" charset="0"/>
                          </a:rPr>
                          <m:t>6</m:t>
                        </m:r>
                      </m:sup>
                    </m:sSup>
                    <m:r>
                      <a:rPr lang="fr-FR" sz="1400">
                        <a:solidFill>
                          <a:schemeClr val="tx1"/>
                        </a:solidFill>
                        <a:latin typeface="Cambria Math" panose="02040503050406030204" pitchFamily="18" charset="0"/>
                      </a:rPr>
                      <m:t>×4,79×</m:t>
                    </m:r>
                    <m:sSup>
                      <m:sSupPr>
                        <m:ctrlPr>
                          <a:rPr lang="fr-FR" sz="1400">
                            <a:solidFill>
                              <a:schemeClr val="tx1"/>
                            </a:solidFill>
                            <a:latin typeface="Cambria Math" panose="02040503050406030204" pitchFamily="18" charset="0"/>
                          </a:rPr>
                        </m:ctrlPr>
                      </m:sSupPr>
                      <m:e>
                        <m:r>
                          <a:rPr lang="fr-FR" sz="1400">
                            <a:solidFill>
                              <a:schemeClr val="tx1"/>
                            </a:solidFill>
                            <a:latin typeface="Cambria Math" panose="02040503050406030204" pitchFamily="18" charset="0"/>
                          </a:rPr>
                          <m:t>10</m:t>
                        </m:r>
                      </m:e>
                      <m:sup>
                        <m:r>
                          <a:rPr lang="fr-FR" sz="1400">
                            <a:solidFill>
                              <a:schemeClr val="tx1"/>
                            </a:solidFill>
                            <a:latin typeface="Cambria Math" panose="02040503050406030204" pitchFamily="18" charset="0"/>
                          </a:rPr>
                          <m:t>−7</m:t>
                        </m:r>
                      </m:sup>
                    </m:sSup>
                    <m:r>
                      <m:rPr>
                        <m:nor/>
                      </m:rPr>
                      <a:rPr lang="fr-FR" sz="1400" i="0">
                        <a:solidFill>
                          <a:schemeClr val="tx1"/>
                        </a:solidFill>
                        <a:latin typeface="Cambria Math" panose="02040503050406030204" pitchFamily="18" charset="0"/>
                      </a:rPr>
                      <m:t> J</m:t>
                    </m:r>
                    <m:r>
                      <a:rPr lang="fr-FR" sz="1400">
                        <a:solidFill>
                          <a:schemeClr val="tx1"/>
                        </a:solidFill>
                        <a:latin typeface="Cambria Math" panose="02040503050406030204" pitchFamily="18" charset="0"/>
                      </a:rPr>
                      <m:t>≈</m:t>
                    </m:r>
                    <m:r>
                      <a:rPr lang="fr-FR" sz="1400" b="1">
                        <a:solidFill>
                          <a:schemeClr val="tx1"/>
                        </a:solidFill>
                        <a:latin typeface="Cambria Math" panose="02040503050406030204" pitchFamily="18" charset="0"/>
                      </a:rPr>
                      <m:t>𝟎</m:t>
                    </m:r>
                    <m:r>
                      <a:rPr lang="fr-FR" sz="1400">
                        <a:solidFill>
                          <a:schemeClr val="tx1"/>
                        </a:solidFill>
                        <a:latin typeface="Cambria Math" panose="02040503050406030204" pitchFamily="18" charset="0"/>
                      </a:rPr>
                      <m:t>,</m:t>
                    </m:r>
                    <m:r>
                      <a:rPr lang="fr-FR" sz="1400" b="1">
                        <a:solidFill>
                          <a:schemeClr val="tx1"/>
                        </a:solidFill>
                        <a:latin typeface="Cambria Math" panose="02040503050406030204" pitchFamily="18" charset="0"/>
                      </a:rPr>
                      <m:t>𝟒𝟕𝟗</m:t>
                    </m:r>
                    <m:r>
                      <m:rPr>
                        <m:nor/>
                      </m:rPr>
                      <a:rPr lang="fr-FR" sz="1400" i="0">
                        <a:solidFill>
                          <a:schemeClr val="tx1"/>
                        </a:solidFill>
                        <a:latin typeface="Cambria Math" panose="02040503050406030204" pitchFamily="18" charset="0"/>
                      </a:rPr>
                      <m:t> J/jour</m:t>
                    </m:r>
                  </m:oMath>
                </a14:m>
                <a:endParaRPr lang="fr-FR" sz="1400" dirty="0">
                  <a:solidFill>
                    <a:schemeClr val="tx1"/>
                  </a:solidFill>
                  <a:latin typeface="IBM Plex Sans" pitchFamily="34" charset="0"/>
                  <a:ea typeface="IBM Plex Sans" pitchFamily="34" charset="-122"/>
                  <a:cs typeface="IBM Plex Sans" pitchFamily="34" charset="-120"/>
                </a:endParaRPr>
              </a:p>
              <a:p>
                <a:pPr>
                  <a:lnSpc>
                    <a:spcPts val="1960"/>
                  </a:lnSpc>
                </a:pPr>
                <a:r>
                  <a:rPr lang="fr-FR" sz="1400" dirty="0">
                    <a:solidFill>
                      <a:schemeClr val="tx1"/>
                    </a:solidFill>
                    <a:latin typeface="IBM Plex Sans" pitchFamily="34" charset="0"/>
                    <a:ea typeface="IBM Plex Sans" pitchFamily="34" charset="-122"/>
                    <a:cs typeface="IBM Plex Sans" pitchFamily="34" charset="-120"/>
                  </a:rPr>
                  <a:t>Autonomie : </a:t>
                </a:r>
                <a14:m>
                  <m:oMath xmlns:m="http://schemas.openxmlformats.org/officeDocument/2006/math">
                    <m:sSub>
                      <m:sSubPr>
                        <m:ctrlPr>
                          <a:rPr lang="fr-FR" sz="1400" i="1">
                            <a:solidFill>
                              <a:schemeClr val="tx1"/>
                            </a:solidFill>
                            <a:latin typeface="Cambria Math" panose="02040503050406030204" pitchFamily="18" charset="0"/>
                            <a:ea typeface="IBM Plex Sans" pitchFamily="34" charset="-122"/>
                            <a:cs typeface="IBM Plex Sans" pitchFamily="34" charset="-120"/>
                          </a:rPr>
                        </m:ctrlPr>
                      </m:sSubPr>
                      <m:e>
                        <m:r>
                          <a:rPr lang="fr-FR" sz="1400" i="1">
                            <a:solidFill>
                              <a:schemeClr val="tx1"/>
                            </a:solidFill>
                            <a:latin typeface="Cambria Math" panose="02040503050406030204" pitchFamily="18" charset="0"/>
                            <a:ea typeface="IBM Plex Sans" pitchFamily="34" charset="-122"/>
                            <a:cs typeface="IBM Plex Sans" pitchFamily="34" charset="-120"/>
                          </a:rPr>
                          <m:t>𝐸</m:t>
                        </m:r>
                      </m:e>
                      <m:sub>
                        <m:r>
                          <a:rPr lang="fr-FR" sz="1400" i="1">
                            <a:solidFill>
                              <a:schemeClr val="tx1"/>
                            </a:solidFill>
                            <a:latin typeface="Cambria Math" panose="02040503050406030204" pitchFamily="18" charset="0"/>
                            <a:ea typeface="IBM Plex Sans" pitchFamily="34" charset="-122"/>
                            <a:cs typeface="IBM Plex Sans" pitchFamily="34" charset="-120"/>
                          </a:rPr>
                          <m:t>𝑏𝑎𝑡𝑡𝑒𝑟𝑖𝑒</m:t>
                        </m:r>
                      </m:sub>
                    </m:sSub>
                  </m:oMath>
                </a14:m>
                <a:r>
                  <a:rPr lang="fr-FR" sz="1400" dirty="0">
                    <a:solidFill>
                      <a:schemeClr val="tx1"/>
                    </a:solidFill>
                    <a:latin typeface="IBM Plex Sans" pitchFamily="34" charset="0"/>
                    <a:ea typeface="IBM Plex Sans" pitchFamily="34" charset="-122"/>
                    <a:cs typeface="IBM Plex Sans" pitchFamily="34" charset="-120"/>
                  </a:rPr>
                  <a:t>/</a:t>
                </a:r>
                <a14:m>
                  <m:oMath xmlns:m="http://schemas.openxmlformats.org/officeDocument/2006/math">
                    <m:sSub>
                      <m:sSubPr>
                        <m:ctrlPr>
                          <a:rPr lang="fr-FR" sz="1400" i="1">
                            <a:solidFill>
                              <a:schemeClr val="tx1"/>
                            </a:solidFill>
                            <a:latin typeface="Cambria Math" panose="02040503050406030204" pitchFamily="18" charset="0"/>
                            <a:ea typeface="IBM Plex Sans" pitchFamily="34" charset="-122"/>
                            <a:cs typeface="IBM Plex Sans" pitchFamily="34" charset="-120"/>
                          </a:rPr>
                        </m:ctrlPr>
                      </m:sSubPr>
                      <m:e>
                        <m:r>
                          <a:rPr lang="fr-FR" sz="1400" i="1">
                            <a:solidFill>
                              <a:schemeClr val="tx1"/>
                            </a:solidFill>
                            <a:latin typeface="Cambria Math" panose="02040503050406030204" pitchFamily="18" charset="0"/>
                            <a:ea typeface="IBM Plex Sans" pitchFamily="34" charset="-122"/>
                            <a:cs typeface="IBM Plex Sans" pitchFamily="34" charset="-120"/>
                          </a:rPr>
                          <m:t>𝐸</m:t>
                        </m:r>
                      </m:e>
                      <m:sub>
                        <m:r>
                          <a:rPr lang="fr-FR" sz="1400" i="1">
                            <a:solidFill>
                              <a:schemeClr val="tx1"/>
                            </a:solidFill>
                            <a:latin typeface="Cambria Math" panose="02040503050406030204" pitchFamily="18" charset="0"/>
                            <a:ea typeface="IBM Plex Sans" pitchFamily="34" charset="-122"/>
                            <a:cs typeface="IBM Plex Sans" pitchFamily="34" charset="-120"/>
                          </a:rPr>
                          <m:t>𝑗𝑜𝑢𝑟</m:t>
                        </m:r>
                      </m:sub>
                    </m:sSub>
                    <m:r>
                      <a:rPr lang="fr-FR" sz="1400" i="1">
                        <a:solidFill>
                          <a:schemeClr val="tx1"/>
                        </a:solidFill>
                        <a:latin typeface="Cambria Math" panose="02040503050406030204" pitchFamily="18" charset="0"/>
                        <a:ea typeface="IBM Plex Sans" pitchFamily="34" charset="-122"/>
                        <a:cs typeface="IBM Plex Sans" pitchFamily="34" charset="-120"/>
                      </a:rPr>
                      <m:t>=3</m:t>
                    </m:r>
                  </m:oMath>
                </a14:m>
                <a:r>
                  <a:rPr lang="fr-FR" sz="1400" dirty="0">
                    <a:solidFill>
                      <a:schemeClr val="tx1"/>
                    </a:solidFill>
                    <a:latin typeface="IBM Plex Sans" pitchFamily="34" charset="0"/>
                    <a:ea typeface="IBM Plex Sans" pitchFamily="34" charset="-122"/>
                    <a:cs typeface="IBM Plex Sans" pitchFamily="34" charset="-120"/>
                  </a:rPr>
                  <a:t>/</a:t>
                </a:r>
                <a14:m>
                  <m:oMath xmlns:m="http://schemas.openxmlformats.org/officeDocument/2006/math">
                    <m:r>
                      <a:rPr lang="fr-FR" sz="1400" i="1" dirty="0">
                        <a:solidFill>
                          <a:schemeClr val="tx1"/>
                        </a:solidFill>
                        <a:latin typeface="Cambria Math" panose="02040503050406030204" pitchFamily="18" charset="0"/>
                        <a:ea typeface="IBM Plex Sans" pitchFamily="34" charset="-122"/>
                        <a:cs typeface="IBM Plex Sans" pitchFamily="34" charset="-120"/>
                      </a:rPr>
                      <m:t>0,479=</m:t>
                    </m:r>
                  </m:oMath>
                </a14:m>
                <a:r>
                  <a:rPr lang="fr-FR" sz="1400" dirty="0">
                    <a:solidFill>
                      <a:schemeClr val="tx1"/>
                    </a:solidFill>
                    <a:latin typeface="IBM Plex Sans" pitchFamily="34" charset="0"/>
                    <a:ea typeface="IBM Plex Sans" pitchFamily="34" charset="-122"/>
                    <a:cs typeface="IBM Plex Sans" pitchFamily="34" charset="-120"/>
                  </a:rPr>
                  <a:t> </a:t>
                </a:r>
                <a:r>
                  <a:rPr lang="fr-FR" sz="1400" b="1" dirty="0">
                    <a:solidFill>
                      <a:schemeClr val="tx1"/>
                    </a:solidFill>
                    <a:latin typeface="IBM Plex Sans" pitchFamily="34" charset="0"/>
                    <a:ea typeface="IBM Plex Sans" pitchFamily="34" charset="-122"/>
                    <a:cs typeface="IBM Plex Sans" pitchFamily="34" charset="-120"/>
                  </a:rPr>
                  <a:t>6,26 jours d’autonomie</a:t>
                </a:r>
              </a:p>
            </p:txBody>
          </p:sp>
        </mc:Choice>
        <mc:Fallback>
          <p:sp>
            <p:nvSpPr>
              <p:cNvPr id="5" name="Text 3"/>
              <p:cNvSpPr>
                <a:spLocks noRot="1" noChangeAspect="1" noMove="1" noResize="1" noEditPoints="1" noAdjustHandles="1" noChangeArrowheads="1" noChangeShapeType="1" noTextEdit="1"/>
              </p:cNvSpPr>
              <p:nvPr/>
            </p:nvSpPr>
            <p:spPr>
              <a:xfrm>
                <a:off x="1124712" y="2098042"/>
                <a:ext cx="6483096" cy="1518920"/>
              </a:xfrm>
              <a:prstGeom prst="rect">
                <a:avLst/>
              </a:prstGeom>
              <a:blipFill>
                <a:blip r:embed="rId3"/>
                <a:stretch>
                  <a:fillRect l="-1693" t="-2410" b="-6024"/>
                </a:stretch>
              </a:blipFill>
              <a:ln/>
            </p:spPr>
            <p:txBody>
              <a:bodyPr/>
              <a:lstStyle/>
              <a:p>
                <a:r>
                  <a:rPr lang="fr-FR">
                    <a:noFill/>
                  </a:rPr>
                  <a:t> </a:t>
                </a:r>
              </a:p>
            </p:txBody>
          </p:sp>
        </mc:Fallback>
      </mc:AlternateContent>
      <p:sp>
        <p:nvSpPr>
          <p:cNvPr id="9" name="Text 7"/>
          <p:cNvSpPr/>
          <p:nvPr/>
        </p:nvSpPr>
        <p:spPr>
          <a:xfrm>
            <a:off x="812800" y="6238242"/>
            <a:ext cx="7848600" cy="238760"/>
          </a:xfrm>
          <a:prstGeom prst="rect">
            <a:avLst/>
          </a:prstGeom>
          <a:noFill/>
          <a:ln/>
        </p:spPr>
        <p:txBody>
          <a:bodyPr wrap="square" lIns="0" tIns="0" rIns="0" bIns="0" rtlCol="0" anchor="t">
            <a:normAutofit/>
          </a:bodyPr>
          <a:lstStyle/>
          <a:p>
            <a:pPr marL="0" indent="0" algn="l">
              <a:lnSpc>
                <a:spcPts val="1680"/>
              </a:lnSpc>
              <a:buNone/>
            </a:pPr>
            <a:r>
              <a:rPr lang="fr-FR" sz="1200" noProof="0">
                <a:solidFill>
                  <a:srgbClr val="5D6670"/>
                </a:solidFill>
                <a:latin typeface="IBM Plex Sans" pitchFamily="34" charset="0"/>
                <a:ea typeface="IBM Plex Sans" pitchFamily="34" charset="-122"/>
                <a:cs typeface="IBM Plex Sans" pitchFamily="34" charset="-120"/>
              </a:rPr>
              <a:t>SIT213 · Restitution · Annexes</a:t>
            </a:r>
            <a:endParaRPr lang="fr-FR" sz="1200" noProof="0"/>
          </a:p>
        </p:txBody>
      </p:sp>
      <p:sp>
        <p:nvSpPr>
          <p:cNvPr id="11" name="Text 13">
            <a:extLst>
              <a:ext uri="{FF2B5EF4-FFF2-40B4-BE49-F238E27FC236}">
                <a16:creationId xmlns:a16="http://schemas.microsoft.com/office/drawing/2014/main" id="{59754EC5-DC5F-F85D-7AB3-3CDE08B306EF}"/>
              </a:ext>
            </a:extLst>
          </p:cNvPr>
          <p:cNvSpPr/>
          <p:nvPr/>
        </p:nvSpPr>
        <p:spPr>
          <a:xfrm>
            <a:off x="10066637" y="6238239"/>
            <a:ext cx="1848709" cy="238760"/>
          </a:xfrm>
          <a:prstGeom prst="rect">
            <a:avLst/>
          </a:prstGeom>
          <a:noFill/>
          <a:ln/>
        </p:spPr>
        <p:txBody>
          <a:bodyPr wrap="square" lIns="0" tIns="0" rIns="0" bIns="0" rtlCol="0" anchor="t">
            <a:normAutofit/>
          </a:bodyPr>
          <a:lstStyle/>
          <a:p>
            <a:pPr algn="r">
              <a:lnSpc>
                <a:spcPts val="1680"/>
              </a:lnSpc>
            </a:pPr>
            <a:r>
              <a:rPr lang="fr-FR" sz="1200" noProof="0">
                <a:solidFill>
                  <a:srgbClr val="5D6670"/>
                </a:solidFill>
              </a:rPr>
              <a:t>Diapositive n°</a:t>
            </a:r>
            <a:r>
              <a:rPr lang="fr-FR" sz="1200">
                <a:solidFill>
                  <a:srgbClr val="5D6670"/>
                </a:solidFill>
              </a:rPr>
              <a:t>19/19</a:t>
            </a:r>
            <a:endParaRPr lang="fr-FR" sz="1200" noProof="0">
              <a:solidFill>
                <a:srgbClr val="5D6670"/>
              </a:solidFill>
            </a:endParaRPr>
          </a:p>
        </p:txBody>
      </p:sp>
      <p:sp>
        <p:nvSpPr>
          <p:cNvPr id="18" name="Shape 1">
            <a:extLst>
              <a:ext uri="{FF2B5EF4-FFF2-40B4-BE49-F238E27FC236}">
                <a16:creationId xmlns:a16="http://schemas.microsoft.com/office/drawing/2014/main" id="{9DCA4F84-F052-5F4D-271F-7073EDC6C178}"/>
              </a:ext>
            </a:extLst>
          </p:cNvPr>
          <p:cNvSpPr/>
          <p:nvPr/>
        </p:nvSpPr>
        <p:spPr>
          <a:xfrm>
            <a:off x="812800" y="3852286"/>
            <a:ext cx="9702800" cy="2193925"/>
          </a:xfrm>
          <a:prstGeom prst="roundRect">
            <a:avLst>
              <a:gd name="adj" fmla="val 4270"/>
            </a:avLst>
          </a:prstGeom>
          <a:solidFill>
            <a:srgbClr val="FFFFFF"/>
          </a:solidFill>
          <a:ln w="6350">
            <a:solidFill>
              <a:srgbClr val="DDD8CC"/>
            </a:solidFill>
            <a:prstDash val="solid"/>
          </a:ln>
        </p:spPr>
        <p:txBody>
          <a:bodyPr/>
          <a:lstStyle/>
          <a:p>
            <a:endParaRPr lang="fr-FR" noProof="0"/>
          </a:p>
        </p:txBody>
      </p:sp>
      <p:sp>
        <p:nvSpPr>
          <p:cNvPr id="20" name="Text 2">
            <a:extLst>
              <a:ext uri="{FF2B5EF4-FFF2-40B4-BE49-F238E27FC236}">
                <a16:creationId xmlns:a16="http://schemas.microsoft.com/office/drawing/2014/main" id="{43B33CFD-C59D-5F77-57A7-3ECE477AB9E1}"/>
              </a:ext>
            </a:extLst>
          </p:cNvPr>
          <p:cNvSpPr/>
          <p:nvPr/>
        </p:nvSpPr>
        <p:spPr>
          <a:xfrm>
            <a:off x="1043306" y="4082784"/>
            <a:ext cx="4855667" cy="299720"/>
          </a:xfrm>
          <a:prstGeom prst="rect">
            <a:avLst/>
          </a:prstGeom>
          <a:noFill/>
          <a:ln/>
        </p:spPr>
        <p:txBody>
          <a:bodyPr wrap="square" lIns="0" tIns="0" rIns="0" bIns="0" rtlCol="0" anchor="t">
            <a:normAutofit/>
          </a:bodyPr>
          <a:lstStyle/>
          <a:p>
            <a:pPr marL="0" indent="0" algn="l">
              <a:lnSpc>
                <a:spcPts val="2160"/>
              </a:lnSpc>
              <a:buNone/>
            </a:pPr>
            <a:r>
              <a:rPr lang="fr-FR" sz="1800" b="1" noProof="0" dirty="0">
                <a:solidFill>
                  <a:srgbClr val="2457C5"/>
                </a:solidFill>
                <a:latin typeface="IBM Plex Sans" pitchFamily="34" charset="0"/>
                <a:ea typeface="IBM Plex Sans" pitchFamily="34" charset="-122"/>
                <a:cs typeface="IBM Plex Sans" pitchFamily="34" charset="-120"/>
              </a:rPr>
              <a:t>Environnement </a:t>
            </a:r>
            <a:r>
              <a:rPr lang="fr-FR" b="1" dirty="0">
                <a:solidFill>
                  <a:srgbClr val="2457C5"/>
                </a:solidFill>
                <a:latin typeface="IBM Plex Sans" pitchFamily="34" charset="0"/>
                <a:ea typeface="IBM Plex Sans" pitchFamily="34" charset="-122"/>
                <a:cs typeface="IBM Plex Sans" pitchFamily="34" charset="-120"/>
              </a:rPr>
              <a:t>1 </a:t>
            </a:r>
            <a:r>
              <a:rPr lang="fr-FR" sz="1800" b="1" noProof="0" dirty="0">
                <a:solidFill>
                  <a:srgbClr val="2457C5"/>
                </a:solidFill>
                <a:latin typeface="IBM Plex Sans" pitchFamily="34" charset="0"/>
                <a:ea typeface="IBM Plex Sans" pitchFamily="34" charset="-122"/>
                <a:cs typeface="IBM Plex Sans" pitchFamily="34" charset="-120"/>
              </a:rPr>
              <a:t>– avec codage</a:t>
            </a:r>
            <a:endParaRPr lang="fr-FR" sz="1800" noProof="0" dirty="0"/>
          </a:p>
        </p:txBody>
      </p:sp>
      <mc:AlternateContent xmlns:mc="http://schemas.openxmlformats.org/markup-compatibility/2006">
        <mc:Choice xmlns:a14="http://schemas.microsoft.com/office/drawing/2010/main" Requires="a14">
          <p:sp>
            <p:nvSpPr>
              <p:cNvPr id="22" name="Text 3">
                <a:extLst>
                  <a:ext uri="{FF2B5EF4-FFF2-40B4-BE49-F238E27FC236}">
                    <a16:creationId xmlns:a16="http://schemas.microsoft.com/office/drawing/2014/main" id="{F93BB4C9-37F7-93EC-F8B2-A41B75C48DA9}"/>
                  </a:ext>
                </a:extLst>
              </p:cNvPr>
              <p:cNvSpPr/>
              <p:nvPr/>
            </p:nvSpPr>
            <p:spPr>
              <a:xfrm>
                <a:off x="1121537" y="4433311"/>
                <a:ext cx="9512935" cy="1518920"/>
              </a:xfrm>
              <a:prstGeom prst="rect">
                <a:avLst/>
              </a:prstGeom>
              <a:noFill/>
              <a:ln/>
            </p:spPr>
            <p:txBody>
              <a:bodyPr wrap="square" lIns="0" tIns="0" rIns="0" bIns="0" rtlCol="0" anchor="t">
                <a:normAutofit/>
              </a:bodyPr>
              <a:lstStyle/>
              <a:p>
                <a:pPr>
                  <a:lnSpc>
                    <a:spcPct val="100000"/>
                  </a:lnSpc>
                </a:pPr>
                <a:r>
                  <a:rPr lang="fr-FR" sz="1400" dirty="0">
                    <a:solidFill>
                      <a:schemeClr val="tx1"/>
                    </a:solidFill>
                    <a:latin typeface="IBM Plex Sans" pitchFamily="34" charset="0"/>
                    <a:ea typeface="IBM Plex Sans" pitchFamily="34" charset="-122"/>
                    <a:cs typeface="IBM Plex Sans" pitchFamily="34" charset="-120"/>
                  </a:rPr>
                  <a:t>Signal NRZ, amplitude [-1V; +1V], </a:t>
                </a:r>
                <a:r>
                  <a:rPr lang="fr-FR" sz="1400" dirty="0"/>
                  <a:t>code à répétition </a:t>
                </a:r>
                <a14:m>
                  <m:oMath xmlns:m="http://schemas.openxmlformats.org/officeDocument/2006/math">
                    <m:d>
                      <m:dPr>
                        <m:ctrlPr>
                          <a:rPr lang="fr-FR" sz="1400" i="0">
                            <a:latin typeface="Cambria Math" panose="02040503050406030204" pitchFamily="18" charset="0"/>
                          </a:rPr>
                        </m:ctrlPr>
                      </m:dPr>
                      <m:e>
                        <m:r>
                          <a:rPr lang="fr-FR" sz="1400" i="0">
                            <a:latin typeface="Cambria Math" panose="02040503050406030204" pitchFamily="18" charset="0"/>
                          </a:rPr>
                          <m:t>3,1</m:t>
                        </m:r>
                      </m:e>
                    </m:d>
                  </m:oMath>
                </a14:m>
                <a:r>
                  <a:rPr lang="fr-FR" sz="1400" dirty="0"/>
                  <a:t>(</a:t>
                </a:r>
                <a14:m>
                  <m:oMath xmlns:m="http://schemas.openxmlformats.org/officeDocument/2006/math">
                    <m:r>
                      <a:rPr lang="fr-FR" sz="1400" i="1" smtClean="0">
                        <a:latin typeface="Cambria Math" panose="02040503050406030204" pitchFamily="18" charset="0"/>
                      </a:rPr>
                      <m:t>𝑅</m:t>
                    </m:r>
                    <m:r>
                      <a:rPr lang="fr-FR" sz="1400" i="0">
                        <a:latin typeface="Cambria Math" panose="02040503050406030204" pitchFamily="18" charset="0"/>
                      </a:rPr>
                      <m:t>=1/3</m:t>
                    </m:r>
                  </m:oMath>
                </a14:m>
                <a:r>
                  <a:rPr lang="fr-FR" sz="1400" dirty="0"/>
                  <a:t>)</a:t>
                </a:r>
                <a:endParaRPr lang="fr-FR" sz="1400" dirty="0">
                  <a:solidFill>
                    <a:schemeClr val="tx1"/>
                  </a:solidFill>
                  <a:latin typeface="IBM Plex Sans" pitchFamily="34" charset="0"/>
                  <a:ea typeface="IBM Plex Sans" pitchFamily="34" charset="-122"/>
                  <a:cs typeface="IBM Plex Sans" pitchFamily="34" charset="-120"/>
                </a:endParaRPr>
              </a:p>
              <a:p>
                <a:pPr>
                  <a:lnSpc>
                    <a:spcPct val="100000"/>
                  </a:lnSpc>
                </a:pPr>
                <a:r>
                  <a:rPr lang="fr-FR" sz="1400" dirty="0" err="1">
                    <a:solidFill>
                      <a:schemeClr val="tx1"/>
                    </a:solidFill>
                    <a:latin typeface="IBM Plex Sans" pitchFamily="34" charset="0"/>
                    <a:ea typeface="IBM Plex Sans" pitchFamily="34" charset="-122"/>
                    <a:cs typeface="IBM Plex Sans" pitchFamily="34" charset="-120"/>
                  </a:rPr>
                  <a:t>SNRpb</a:t>
                </a:r>
                <a:r>
                  <a:rPr lang="fr-FR" sz="1400" dirty="0">
                    <a:solidFill>
                      <a:schemeClr val="tx1"/>
                    </a:solidFill>
                    <a:latin typeface="IBM Plex Sans" pitchFamily="34" charset="0"/>
                    <a:ea typeface="IBM Plex Sans" pitchFamily="34" charset="-122"/>
                    <a:cs typeface="IBM Plex Sans" pitchFamily="34" charset="-120"/>
                  </a:rPr>
                  <a:t> canal (</a:t>
                </a:r>
                <a:r>
                  <a:rPr lang="fr-FR" sz="1400" dirty="0" err="1">
                    <a:solidFill>
                      <a:schemeClr val="tx1"/>
                    </a:solidFill>
                    <a:latin typeface="IBM Plex Sans" pitchFamily="34" charset="0"/>
                    <a:ea typeface="IBM Plex Sans" pitchFamily="34" charset="-122"/>
                    <a:cs typeface="IBM Plex Sans" pitchFamily="34" charset="-120"/>
                  </a:rPr>
                  <a:t>Eb</a:t>
                </a:r>
                <a:r>
                  <a:rPr lang="fr-FR" sz="1400" dirty="0">
                    <a:solidFill>
                      <a:schemeClr val="tx1"/>
                    </a:solidFill>
                    <a:latin typeface="IBM Plex Sans" pitchFamily="34" charset="0"/>
                    <a:ea typeface="IBM Plex Sans" pitchFamily="34" charset="-122"/>
                    <a:cs typeface="IBM Plex Sans" pitchFamily="34" charset="-120"/>
                  </a:rPr>
                  <a:t>/N0) = </a:t>
                </a:r>
                <a14:m>
                  <m:oMath xmlns:m="http://schemas.openxmlformats.org/officeDocument/2006/math">
                    <m:r>
                      <a:rPr lang="fr-FR" sz="1400" smtClean="0">
                        <a:latin typeface="Cambria Math" panose="02040503050406030204" pitchFamily="18" charset="0"/>
                      </a:rPr>
                      <m:t>3</m:t>
                    </m:r>
                    <m:r>
                      <a:rPr lang="fr-FR" sz="1400" i="0">
                        <a:latin typeface="Cambria Math" panose="02040503050406030204" pitchFamily="18" charset="0"/>
                      </a:rPr>
                      <m:t>,4</m:t>
                    </m:r>
                    <m:r>
                      <m:rPr>
                        <m:nor/>
                      </m:rPr>
                      <a:rPr lang="fr-FR" sz="1400" i="0">
                        <a:latin typeface="Cambria Math" panose="02040503050406030204" pitchFamily="18" charset="0"/>
                      </a:rPr>
                      <m:t> dB</m:t>
                    </m:r>
                  </m:oMath>
                </a14:m>
                <a:r>
                  <a:rPr lang="fr-FR" sz="1400" dirty="0"/>
                  <a:t> (</a:t>
                </a:r>
                <a14:m>
                  <m:oMath xmlns:m="http://schemas.openxmlformats.org/officeDocument/2006/math">
                    <m:r>
                      <a:rPr lang="fr-FR" sz="1400" smtClean="0">
                        <a:latin typeface="Cambria Math" panose="02040503050406030204" pitchFamily="18" charset="0"/>
                      </a:rPr>
                      <m:t>2</m:t>
                    </m:r>
                    <m:r>
                      <a:rPr lang="fr-FR" sz="1400" i="0">
                        <a:latin typeface="Cambria Math" panose="02040503050406030204" pitchFamily="18" charset="0"/>
                      </a:rPr>
                      <m:t>,188</m:t>
                    </m:r>
                  </m:oMath>
                </a14:m>
                <a:r>
                  <a:rPr lang="fr-FR" sz="1400" dirty="0"/>
                  <a:t> en linéaire). Soit par bit utile : </a:t>
                </a:r>
                <a14:m>
                  <m:oMath xmlns:m="http://schemas.openxmlformats.org/officeDocument/2006/math">
                    <m:sSub>
                      <m:sSubPr>
                        <m:ctrlPr>
                          <a:rPr lang="fr-FR" sz="1400" i="1">
                            <a:latin typeface="Cambria Math" panose="02040503050406030204" pitchFamily="18" charset="0"/>
                          </a:rPr>
                        </m:ctrlPr>
                      </m:sSubPr>
                      <m:e>
                        <m:d>
                          <m:dPr>
                            <m:ctrlPr>
                              <a:rPr lang="fr-FR" sz="1400" i="1">
                                <a:latin typeface="Cambria Math" panose="02040503050406030204" pitchFamily="18" charset="0"/>
                              </a:rPr>
                            </m:ctrlPr>
                          </m:dPr>
                          <m:e>
                            <m:sSub>
                              <m:sSubPr>
                                <m:ctrlPr>
                                  <a:rPr lang="fr-FR" sz="1400" i="1">
                                    <a:latin typeface="Cambria Math" panose="02040503050406030204" pitchFamily="18" charset="0"/>
                                  </a:rPr>
                                </m:ctrlPr>
                              </m:sSubPr>
                              <m:e>
                                <m:r>
                                  <a:rPr lang="fr-FR" sz="1400" i="1">
                                    <a:latin typeface="Cambria Math" panose="02040503050406030204" pitchFamily="18" charset="0"/>
                                  </a:rPr>
                                  <m:t>𝐸</m:t>
                                </m:r>
                              </m:e>
                              <m:sub>
                                <m:r>
                                  <a:rPr lang="fr-FR" sz="1400" i="1">
                                    <a:latin typeface="Cambria Math" panose="02040503050406030204" pitchFamily="18" charset="0"/>
                                  </a:rPr>
                                  <m:t>𝑏</m:t>
                                </m:r>
                              </m:sub>
                            </m:sSub>
                            <m:r>
                              <a:rPr lang="fr-FR" sz="1400">
                                <a:latin typeface="Cambria Math" panose="02040503050406030204" pitchFamily="18" charset="0"/>
                              </a:rPr>
                              <m:t>/</m:t>
                            </m:r>
                            <m:sSub>
                              <m:sSubPr>
                                <m:ctrlPr>
                                  <a:rPr lang="fr-FR" sz="1400" i="1">
                                    <a:latin typeface="Cambria Math" panose="02040503050406030204" pitchFamily="18" charset="0"/>
                                  </a:rPr>
                                </m:ctrlPr>
                              </m:sSubPr>
                              <m:e>
                                <m:r>
                                  <a:rPr lang="fr-FR" sz="1400" i="1">
                                    <a:latin typeface="Cambria Math" panose="02040503050406030204" pitchFamily="18" charset="0"/>
                                  </a:rPr>
                                  <m:t>𝑁</m:t>
                                </m:r>
                              </m:e>
                              <m:sub>
                                <m:r>
                                  <a:rPr lang="fr-FR" sz="1400">
                                    <a:latin typeface="Cambria Math" panose="02040503050406030204" pitchFamily="18" charset="0"/>
                                  </a:rPr>
                                  <m:t>0</m:t>
                                </m:r>
                              </m:sub>
                            </m:sSub>
                          </m:e>
                        </m:d>
                      </m:e>
                      <m:sub>
                        <m:r>
                          <m:rPr>
                            <m:nor/>
                          </m:rPr>
                          <a:rPr lang="fr-FR" sz="1400">
                            <a:latin typeface="Cambria Math" panose="02040503050406030204" pitchFamily="18" charset="0"/>
                          </a:rPr>
                          <m:t>utile</m:t>
                        </m:r>
                      </m:sub>
                    </m:sSub>
                    <m:r>
                      <a:rPr lang="fr-FR" sz="1400">
                        <a:latin typeface="Cambria Math" panose="02040503050406030204" pitchFamily="18" charset="0"/>
                      </a:rPr>
                      <m:t>=3,4</m:t>
                    </m:r>
                    <m:r>
                      <m:rPr>
                        <m:nor/>
                      </m:rPr>
                      <a:rPr lang="fr-FR" sz="1400">
                        <a:latin typeface="Cambria Math" panose="02040503050406030204" pitchFamily="18" charset="0"/>
                      </a:rPr>
                      <m:t> dB</m:t>
                    </m:r>
                    <m:r>
                      <a:rPr lang="fr-FR" sz="1400">
                        <a:latin typeface="Cambria Math" panose="02040503050406030204" pitchFamily="18" charset="0"/>
                      </a:rPr>
                      <m:t>+10</m:t>
                    </m:r>
                    <m:func>
                      <m:funcPr>
                        <m:ctrlPr>
                          <a:rPr lang="fr-FR" sz="1400" i="1">
                            <a:latin typeface="Cambria Math" panose="02040503050406030204" pitchFamily="18" charset="0"/>
                          </a:rPr>
                        </m:ctrlPr>
                      </m:funcPr>
                      <m:fName>
                        <m:sSub>
                          <m:sSubPr>
                            <m:ctrlPr>
                              <a:rPr lang="fr-FR" sz="1400">
                                <a:latin typeface="Cambria Math" panose="02040503050406030204" pitchFamily="18" charset="0"/>
                              </a:rPr>
                            </m:ctrlPr>
                          </m:sSubPr>
                          <m:e>
                            <m:r>
                              <m:rPr>
                                <m:sty m:val="p"/>
                              </m:rPr>
                              <a:rPr lang="fr-FR" sz="1400">
                                <a:latin typeface="Cambria Math" panose="02040503050406030204" pitchFamily="18" charset="0"/>
                              </a:rPr>
                              <m:t>log</m:t>
                            </m:r>
                          </m:e>
                          <m:sub>
                            <m:r>
                              <a:rPr lang="fr-FR" sz="1400">
                                <a:latin typeface="Cambria Math" panose="02040503050406030204" pitchFamily="18" charset="0"/>
                              </a:rPr>
                              <m:t>10</m:t>
                            </m:r>
                          </m:sub>
                        </m:sSub>
                      </m:fName>
                      <m:e>
                        <m:d>
                          <m:dPr>
                            <m:ctrlPr>
                              <a:rPr lang="fr-FR" sz="1400">
                                <a:latin typeface="Cambria Math" panose="02040503050406030204" pitchFamily="18" charset="0"/>
                              </a:rPr>
                            </m:ctrlPr>
                          </m:dPr>
                          <m:e>
                            <m:r>
                              <a:rPr lang="fr-FR" sz="1400">
                                <a:latin typeface="Cambria Math" panose="02040503050406030204" pitchFamily="18" charset="0"/>
                              </a:rPr>
                              <m:t>3</m:t>
                            </m:r>
                          </m:e>
                        </m:d>
                      </m:e>
                    </m:func>
                    <m:r>
                      <a:rPr lang="fr-FR" sz="1400">
                        <a:latin typeface="Cambria Math" panose="02040503050406030204" pitchFamily="18" charset="0"/>
                      </a:rPr>
                      <m:t>≈</m:t>
                    </m:r>
                    <m:r>
                      <a:rPr lang="fr-FR" sz="1400" b="1">
                        <a:latin typeface="Cambria Math" panose="02040503050406030204" pitchFamily="18" charset="0"/>
                      </a:rPr>
                      <m:t>𝟖</m:t>
                    </m:r>
                    <m:r>
                      <a:rPr lang="fr-FR" sz="1400">
                        <a:latin typeface="Cambria Math" panose="02040503050406030204" pitchFamily="18" charset="0"/>
                      </a:rPr>
                      <m:t>,</m:t>
                    </m:r>
                    <m:r>
                      <a:rPr lang="fr-FR" sz="1400" b="1">
                        <a:latin typeface="Cambria Math" panose="02040503050406030204" pitchFamily="18" charset="0"/>
                      </a:rPr>
                      <m:t>𝟏𝟕</m:t>
                    </m:r>
                    <m:r>
                      <m:rPr>
                        <m:nor/>
                      </m:rPr>
                      <a:rPr lang="fr-FR" sz="1400">
                        <a:latin typeface="Cambria Math" panose="02040503050406030204" pitchFamily="18" charset="0"/>
                      </a:rPr>
                      <m:t> dB</m:t>
                    </m:r>
                  </m:oMath>
                </a14:m>
                <a:endParaRPr lang="fr-FR" sz="1400" dirty="0"/>
              </a:p>
              <a:p>
                <a:pPr>
                  <a:lnSpc>
                    <a:spcPts val="1960"/>
                  </a:lnSpc>
                </a:pPr>
                <a:r>
                  <a:rPr lang="fr-FR" sz="1400" dirty="0">
                    <a:solidFill>
                      <a:schemeClr val="tx1"/>
                    </a:solidFill>
                  </a:rPr>
                  <a:t>Energie reçue par bit émis :</a:t>
                </a:r>
                <a14:m>
                  <m:oMath xmlns:m="http://schemas.openxmlformats.org/officeDocument/2006/math">
                    <m:sSub>
                      <m:sSubPr>
                        <m:ctrlPr>
                          <a:rPr lang="fr-FR" sz="1400" i="1">
                            <a:latin typeface="Cambria Math" panose="02040503050406030204" pitchFamily="18" charset="0"/>
                          </a:rPr>
                        </m:ctrlPr>
                      </m:sSubPr>
                      <m:e>
                        <m:r>
                          <a:rPr lang="fr-FR" sz="1400" i="1">
                            <a:latin typeface="Cambria Math" panose="02040503050406030204" pitchFamily="18" charset="0"/>
                          </a:rPr>
                          <m:t>𝐸</m:t>
                        </m:r>
                      </m:e>
                      <m:sub>
                        <m:r>
                          <a:rPr lang="fr-FR" sz="1400" i="1">
                            <a:latin typeface="Cambria Math" panose="02040503050406030204" pitchFamily="18" charset="0"/>
                          </a:rPr>
                          <m:t>𝑐</m:t>
                        </m:r>
                        <m:r>
                          <a:rPr lang="fr-FR" sz="1400">
                            <a:latin typeface="Cambria Math" panose="02040503050406030204" pitchFamily="18" charset="0"/>
                          </a:rPr>
                          <m:t>,</m:t>
                        </m:r>
                        <m:r>
                          <m:rPr>
                            <m:nor/>
                          </m:rPr>
                          <a:rPr lang="fr-FR" sz="1400">
                            <a:latin typeface="Cambria Math" panose="02040503050406030204" pitchFamily="18" charset="0"/>
                          </a:rPr>
                          <m:t>rec</m:t>
                        </m:r>
                      </m:sub>
                    </m:sSub>
                    <m:r>
                      <a:rPr lang="fr-FR" sz="1400">
                        <a:latin typeface="Cambria Math" panose="02040503050406030204" pitchFamily="18" charset="0"/>
                      </a:rPr>
                      <m:t>=</m:t>
                    </m:r>
                    <m:sSub>
                      <m:sSubPr>
                        <m:ctrlPr>
                          <a:rPr lang="fr-FR" sz="1400" i="1">
                            <a:latin typeface="Cambria Math" panose="02040503050406030204" pitchFamily="18" charset="0"/>
                          </a:rPr>
                        </m:ctrlPr>
                      </m:sSubPr>
                      <m:e>
                        <m:r>
                          <a:rPr lang="fr-FR" sz="1400" i="1">
                            <a:latin typeface="Cambria Math" panose="02040503050406030204" pitchFamily="18" charset="0"/>
                          </a:rPr>
                          <m:t>𝑁</m:t>
                        </m:r>
                      </m:e>
                      <m:sub>
                        <m:r>
                          <a:rPr lang="fr-FR" sz="1400">
                            <a:latin typeface="Cambria Math" panose="02040503050406030204" pitchFamily="18" charset="0"/>
                          </a:rPr>
                          <m:t>0</m:t>
                        </m:r>
                      </m:sub>
                    </m:sSub>
                    <m:r>
                      <a:rPr lang="fr-FR" sz="1400">
                        <a:latin typeface="Cambria Math" panose="02040503050406030204" pitchFamily="18" charset="0"/>
                      </a:rPr>
                      <m:t>×</m:t>
                    </m:r>
                    <m:sSup>
                      <m:sSupPr>
                        <m:ctrlPr>
                          <a:rPr lang="fr-FR" sz="1400">
                            <a:latin typeface="Cambria Math" panose="02040503050406030204" pitchFamily="18" charset="0"/>
                          </a:rPr>
                        </m:ctrlPr>
                      </m:sSupPr>
                      <m:e>
                        <m:r>
                          <a:rPr lang="fr-FR" sz="1400">
                            <a:latin typeface="Cambria Math" panose="02040503050406030204" pitchFamily="18" charset="0"/>
                          </a:rPr>
                          <m:t>10</m:t>
                        </m:r>
                      </m:e>
                      <m:sup>
                        <m:r>
                          <a:rPr lang="fr-FR" sz="1400">
                            <a:latin typeface="Cambria Math" panose="02040503050406030204" pitchFamily="18" charset="0"/>
                          </a:rPr>
                          <m:t>0,34</m:t>
                        </m:r>
                      </m:sup>
                    </m:sSup>
                    <m:r>
                      <a:rPr lang="fr-FR" sz="1400">
                        <a:latin typeface="Cambria Math" panose="02040503050406030204" pitchFamily="18" charset="0"/>
                      </a:rPr>
                      <m:t>=</m:t>
                    </m:r>
                    <m:sSup>
                      <m:sSupPr>
                        <m:ctrlPr>
                          <a:rPr lang="fr-FR" sz="1400">
                            <a:latin typeface="Cambria Math" panose="02040503050406030204" pitchFamily="18" charset="0"/>
                          </a:rPr>
                        </m:ctrlPr>
                      </m:sSupPr>
                      <m:e>
                        <m:r>
                          <a:rPr lang="fr-FR" sz="1400">
                            <a:latin typeface="Cambria Math" panose="02040503050406030204" pitchFamily="18" charset="0"/>
                          </a:rPr>
                          <m:t>10</m:t>
                        </m:r>
                      </m:e>
                      <m:sup>
                        <m:r>
                          <a:rPr lang="fr-FR" sz="1400">
                            <a:latin typeface="Cambria Math" panose="02040503050406030204" pitchFamily="18" charset="0"/>
                          </a:rPr>
                          <m:t>−11</m:t>
                        </m:r>
                      </m:sup>
                    </m:sSup>
                    <m:r>
                      <a:rPr lang="fr-FR" sz="1400">
                        <a:latin typeface="Cambria Math" panose="02040503050406030204" pitchFamily="18" charset="0"/>
                      </a:rPr>
                      <m:t>×2,188≈</m:t>
                    </m:r>
                    <m:r>
                      <a:rPr lang="fr-FR" sz="1400" b="1">
                        <a:latin typeface="Cambria Math" panose="02040503050406030204" pitchFamily="18" charset="0"/>
                      </a:rPr>
                      <m:t>𝟐</m:t>
                    </m:r>
                    <m:r>
                      <a:rPr lang="fr-FR" sz="1400">
                        <a:latin typeface="Cambria Math" panose="02040503050406030204" pitchFamily="18" charset="0"/>
                      </a:rPr>
                      <m:t>,</m:t>
                    </m:r>
                    <m:r>
                      <a:rPr lang="fr-FR" sz="1400" b="1">
                        <a:latin typeface="Cambria Math" panose="02040503050406030204" pitchFamily="18" charset="0"/>
                      </a:rPr>
                      <m:t>𝟏𝟗</m:t>
                    </m:r>
                    <m:r>
                      <a:rPr lang="fr-FR" sz="1400">
                        <a:latin typeface="Cambria Math" panose="02040503050406030204" pitchFamily="18" charset="0"/>
                      </a:rPr>
                      <m:t>×</m:t>
                    </m:r>
                    <m:sSup>
                      <m:sSupPr>
                        <m:ctrlPr>
                          <a:rPr lang="fr-FR" sz="1400" b="1">
                            <a:latin typeface="Cambria Math" panose="02040503050406030204" pitchFamily="18" charset="0"/>
                          </a:rPr>
                        </m:ctrlPr>
                      </m:sSupPr>
                      <m:e>
                        <m:r>
                          <a:rPr lang="fr-FR" sz="1400" b="1">
                            <a:latin typeface="Cambria Math" panose="02040503050406030204" pitchFamily="18" charset="0"/>
                          </a:rPr>
                          <m:t>𝟏𝟎</m:t>
                        </m:r>
                      </m:e>
                      <m:sup>
                        <m:r>
                          <a:rPr lang="fr-FR" sz="1400">
                            <a:latin typeface="Cambria Math" panose="02040503050406030204" pitchFamily="18" charset="0"/>
                          </a:rPr>
                          <m:t>−</m:t>
                        </m:r>
                        <m:r>
                          <a:rPr lang="fr-FR" sz="1400" b="1">
                            <a:latin typeface="Cambria Math" panose="02040503050406030204" pitchFamily="18" charset="0"/>
                          </a:rPr>
                          <m:t>𝟏𝟏</m:t>
                        </m:r>
                      </m:sup>
                    </m:sSup>
                    <m:r>
                      <m:rPr>
                        <m:nor/>
                      </m:rPr>
                      <a:rPr lang="fr-FR" sz="1400">
                        <a:latin typeface="Cambria Math" panose="02040503050406030204" pitchFamily="18" charset="0"/>
                      </a:rPr>
                      <m:t> J/bit canal</m:t>
                    </m:r>
                  </m:oMath>
                </a14:m>
                <a:endParaRPr lang="fr-FR" sz="1400" dirty="0"/>
              </a:p>
              <a:p>
                <a:pPr>
                  <a:lnSpc>
                    <a:spcPct val="100000"/>
                  </a:lnSpc>
                </a:pPr>
                <a:r>
                  <a:rPr lang="fr-FR" sz="1400" dirty="0">
                    <a:solidFill>
                      <a:schemeClr val="tx1"/>
                    </a:solidFill>
                  </a:rPr>
                  <a:t>Energie émise</a:t>
                </a:r>
                <a:r>
                  <a:rPr lang="fr-FR" sz="1400" dirty="0"/>
                  <a:t> par bit utile</a:t>
                </a:r>
                <a:r>
                  <a:rPr lang="fr-FR" sz="1400" dirty="0">
                    <a:solidFill>
                      <a:schemeClr val="tx1"/>
                    </a:solidFill>
                  </a:rPr>
                  <a:t> : </a:t>
                </a:r>
                <a14:m>
                  <m:oMath xmlns:m="http://schemas.openxmlformats.org/officeDocument/2006/math">
                    <m:sSub>
                      <m:sSubPr>
                        <m:ctrlPr>
                          <a:rPr lang="fr-FR" sz="1400" i="1">
                            <a:latin typeface="Cambria Math" panose="02040503050406030204" pitchFamily="18" charset="0"/>
                          </a:rPr>
                        </m:ctrlPr>
                      </m:sSubPr>
                      <m:e>
                        <m:r>
                          <a:rPr lang="fr-FR" sz="1400" i="1">
                            <a:latin typeface="Cambria Math" panose="02040503050406030204" pitchFamily="18" charset="0"/>
                          </a:rPr>
                          <m:t>𝐸</m:t>
                        </m:r>
                      </m:e>
                      <m:sub>
                        <m:r>
                          <a:rPr lang="fr-FR" sz="1400" i="1">
                            <a:latin typeface="Cambria Math" panose="02040503050406030204" pitchFamily="18" charset="0"/>
                          </a:rPr>
                          <m:t>𝑏</m:t>
                        </m:r>
                        <m:r>
                          <a:rPr lang="fr-FR" sz="1400">
                            <a:latin typeface="Cambria Math" panose="02040503050406030204" pitchFamily="18" charset="0"/>
                          </a:rPr>
                          <m:t>,</m:t>
                        </m:r>
                        <m:r>
                          <m:rPr>
                            <m:nor/>
                          </m:rPr>
                          <a:rPr lang="fr-FR" sz="1400">
                            <a:latin typeface="Cambria Math" panose="02040503050406030204" pitchFamily="18" charset="0"/>
                          </a:rPr>
                          <m:t>utile, émis</m:t>
                        </m:r>
                      </m:sub>
                    </m:sSub>
                    <m:r>
                      <a:rPr lang="fr-FR" sz="1400">
                        <a:latin typeface="Cambria Math" panose="02040503050406030204" pitchFamily="18" charset="0"/>
                      </a:rPr>
                      <m:t>=3×</m:t>
                    </m:r>
                    <m:d>
                      <m:dPr>
                        <m:ctrlPr>
                          <a:rPr lang="fr-FR" sz="1400" i="1">
                            <a:latin typeface="Cambria Math" panose="02040503050406030204" pitchFamily="18" charset="0"/>
                          </a:rPr>
                        </m:ctrlPr>
                      </m:dPr>
                      <m:e>
                        <m:sSub>
                          <m:sSubPr>
                            <m:ctrlPr>
                              <a:rPr lang="fr-FR" sz="1400" i="1">
                                <a:latin typeface="Cambria Math" panose="02040503050406030204" pitchFamily="18" charset="0"/>
                              </a:rPr>
                            </m:ctrlPr>
                          </m:sSubPr>
                          <m:e>
                            <m:r>
                              <a:rPr lang="fr-FR" sz="1400" i="1">
                                <a:latin typeface="Cambria Math" panose="02040503050406030204" pitchFamily="18" charset="0"/>
                              </a:rPr>
                              <m:t>𝐸</m:t>
                            </m:r>
                          </m:e>
                          <m:sub>
                            <m:r>
                              <a:rPr lang="fr-FR" sz="1400" i="1">
                                <a:latin typeface="Cambria Math" panose="02040503050406030204" pitchFamily="18" charset="0"/>
                              </a:rPr>
                              <m:t>𝑐</m:t>
                            </m:r>
                            <m:r>
                              <a:rPr lang="fr-FR" sz="1400">
                                <a:latin typeface="Cambria Math" panose="02040503050406030204" pitchFamily="18" charset="0"/>
                              </a:rPr>
                              <m:t>,</m:t>
                            </m:r>
                            <m:r>
                              <m:rPr>
                                <m:nor/>
                              </m:rPr>
                              <a:rPr lang="fr-FR" sz="1400">
                                <a:latin typeface="Cambria Math" panose="02040503050406030204" pitchFamily="18" charset="0"/>
                              </a:rPr>
                              <m:t>rec</m:t>
                            </m:r>
                          </m:sub>
                        </m:sSub>
                        <m:r>
                          <a:rPr lang="fr-FR" sz="1400">
                            <a:latin typeface="Cambria Math" panose="02040503050406030204" pitchFamily="18" charset="0"/>
                          </a:rPr>
                          <m:t>×</m:t>
                        </m:r>
                        <m:sSup>
                          <m:sSupPr>
                            <m:ctrlPr>
                              <a:rPr lang="fr-FR" sz="1400">
                                <a:latin typeface="Cambria Math" panose="02040503050406030204" pitchFamily="18" charset="0"/>
                              </a:rPr>
                            </m:ctrlPr>
                          </m:sSupPr>
                          <m:e>
                            <m:r>
                              <a:rPr lang="fr-FR" sz="1400">
                                <a:latin typeface="Cambria Math" panose="02040503050406030204" pitchFamily="18" charset="0"/>
                              </a:rPr>
                              <m:t>10</m:t>
                            </m:r>
                          </m:e>
                          <m:sup>
                            <m:r>
                              <a:rPr lang="fr-FR" sz="1400">
                                <a:latin typeface="Cambria Math" panose="02040503050406030204" pitchFamily="18" charset="0"/>
                              </a:rPr>
                              <m:t>4</m:t>
                            </m:r>
                          </m:sup>
                        </m:sSup>
                      </m:e>
                    </m:d>
                    <m:r>
                      <a:rPr lang="fr-FR" sz="1400">
                        <a:latin typeface="Cambria Math" panose="02040503050406030204" pitchFamily="18" charset="0"/>
                      </a:rPr>
                      <m:t>=3×2,19×</m:t>
                    </m:r>
                    <m:sSup>
                      <m:sSupPr>
                        <m:ctrlPr>
                          <a:rPr lang="fr-FR" sz="1400">
                            <a:latin typeface="Cambria Math" panose="02040503050406030204" pitchFamily="18" charset="0"/>
                          </a:rPr>
                        </m:ctrlPr>
                      </m:sSupPr>
                      <m:e>
                        <m:r>
                          <a:rPr lang="fr-FR" sz="1400">
                            <a:latin typeface="Cambria Math" panose="02040503050406030204" pitchFamily="18" charset="0"/>
                          </a:rPr>
                          <m:t>10</m:t>
                        </m:r>
                      </m:e>
                      <m:sup>
                        <m:r>
                          <a:rPr lang="fr-FR" sz="1400">
                            <a:latin typeface="Cambria Math" panose="02040503050406030204" pitchFamily="18" charset="0"/>
                          </a:rPr>
                          <m:t>−7</m:t>
                        </m:r>
                      </m:sup>
                    </m:sSup>
                    <m:r>
                      <a:rPr lang="fr-FR" sz="1400">
                        <a:latin typeface="Cambria Math" panose="02040503050406030204" pitchFamily="18" charset="0"/>
                      </a:rPr>
                      <m:t>≈</m:t>
                    </m:r>
                    <m:r>
                      <a:rPr lang="fr-FR" sz="1400" b="1">
                        <a:latin typeface="Cambria Math" panose="02040503050406030204" pitchFamily="18" charset="0"/>
                      </a:rPr>
                      <m:t>𝟔</m:t>
                    </m:r>
                    <m:r>
                      <a:rPr lang="fr-FR" sz="1400">
                        <a:latin typeface="Cambria Math" panose="02040503050406030204" pitchFamily="18" charset="0"/>
                      </a:rPr>
                      <m:t>,</m:t>
                    </m:r>
                    <m:r>
                      <a:rPr lang="fr-FR" sz="1400" b="1">
                        <a:latin typeface="Cambria Math" panose="02040503050406030204" pitchFamily="18" charset="0"/>
                      </a:rPr>
                      <m:t>𝟓𝟔</m:t>
                    </m:r>
                    <m:r>
                      <a:rPr lang="fr-FR" sz="1400">
                        <a:latin typeface="Cambria Math" panose="02040503050406030204" pitchFamily="18" charset="0"/>
                      </a:rPr>
                      <m:t>×</m:t>
                    </m:r>
                    <m:sSup>
                      <m:sSupPr>
                        <m:ctrlPr>
                          <a:rPr lang="fr-FR" sz="1400" b="1">
                            <a:latin typeface="Cambria Math" panose="02040503050406030204" pitchFamily="18" charset="0"/>
                          </a:rPr>
                        </m:ctrlPr>
                      </m:sSupPr>
                      <m:e>
                        <m:r>
                          <a:rPr lang="fr-FR" sz="1400" b="1">
                            <a:latin typeface="Cambria Math" panose="02040503050406030204" pitchFamily="18" charset="0"/>
                          </a:rPr>
                          <m:t>𝟏𝟎</m:t>
                        </m:r>
                      </m:e>
                      <m:sup>
                        <m:r>
                          <a:rPr lang="fr-FR" sz="1400">
                            <a:latin typeface="Cambria Math" panose="02040503050406030204" pitchFamily="18" charset="0"/>
                          </a:rPr>
                          <m:t>−</m:t>
                        </m:r>
                        <m:r>
                          <a:rPr lang="fr-FR" sz="1400" b="1">
                            <a:latin typeface="Cambria Math" panose="02040503050406030204" pitchFamily="18" charset="0"/>
                          </a:rPr>
                          <m:t>𝟕</m:t>
                        </m:r>
                      </m:sup>
                    </m:sSup>
                    <m:r>
                      <m:rPr>
                        <m:nor/>
                      </m:rPr>
                      <a:rPr lang="fr-FR" sz="1400">
                        <a:latin typeface="Cambria Math" panose="02040503050406030204" pitchFamily="18" charset="0"/>
                      </a:rPr>
                      <m:t> J/bit utile</m:t>
                    </m:r>
                    <m:r>
                      <a:rPr lang="fr-FR" sz="1400">
                        <a:latin typeface="Cambria Math" panose="02040503050406030204" pitchFamily="18" charset="0"/>
                      </a:rPr>
                      <m:t> </m:t>
                    </m:r>
                    <m:d>
                      <m:dPr>
                        <m:ctrlPr>
                          <a:rPr lang="fr-FR" sz="1400">
                            <a:latin typeface="Cambria Math" panose="02040503050406030204" pitchFamily="18" charset="0"/>
                          </a:rPr>
                        </m:ctrlPr>
                      </m:dPr>
                      <m:e>
                        <m:r>
                          <a:rPr lang="fr-FR" sz="1400">
                            <a:latin typeface="Cambria Math" panose="02040503050406030204" pitchFamily="18" charset="0"/>
                          </a:rPr>
                          <m:t>−61,8</m:t>
                        </m:r>
                        <m:r>
                          <m:rPr>
                            <m:nor/>
                          </m:rPr>
                          <a:rPr lang="fr-FR" sz="1400">
                            <a:latin typeface="Cambria Math" panose="02040503050406030204" pitchFamily="18" charset="0"/>
                          </a:rPr>
                          <m:t> dBJ</m:t>
                        </m:r>
                      </m:e>
                    </m:d>
                  </m:oMath>
                </a14:m>
                <a:endParaRPr lang="fr-FR" sz="1400" dirty="0">
                  <a:solidFill>
                    <a:schemeClr val="tx1"/>
                  </a:solidFill>
                  <a:latin typeface="IBM Plex Sans" pitchFamily="34" charset="0"/>
                  <a:ea typeface="IBM Plex Sans" pitchFamily="34" charset="-122"/>
                  <a:cs typeface="IBM Plex Sans" pitchFamily="34" charset="-120"/>
                </a:endParaRPr>
              </a:p>
              <a:p>
                <a:pPr>
                  <a:lnSpc>
                    <a:spcPts val="1960"/>
                  </a:lnSpc>
                </a:pPr>
                <a:r>
                  <a:rPr lang="fr-FR" sz="1400" dirty="0">
                    <a:solidFill>
                      <a:schemeClr val="tx1"/>
                    </a:solidFill>
                  </a:rPr>
                  <a:t>Energie journalière :</a:t>
                </a:r>
                <a14:m>
                  <m:oMath xmlns:m="http://schemas.openxmlformats.org/officeDocument/2006/math">
                    <m:sSub>
                      <m:sSubPr>
                        <m:ctrlPr>
                          <a:rPr lang="fr-FR" sz="1400" i="1">
                            <a:latin typeface="Cambria Math" panose="02040503050406030204" pitchFamily="18" charset="0"/>
                          </a:rPr>
                        </m:ctrlPr>
                      </m:sSubPr>
                      <m:e>
                        <m:r>
                          <a:rPr lang="fr-FR" sz="1400" i="1">
                            <a:latin typeface="Cambria Math" panose="02040503050406030204" pitchFamily="18" charset="0"/>
                          </a:rPr>
                          <m:t>𝐸</m:t>
                        </m:r>
                      </m:e>
                      <m:sub>
                        <m:r>
                          <m:rPr>
                            <m:nor/>
                          </m:rPr>
                          <a:rPr lang="fr-FR" sz="1400">
                            <a:latin typeface="Cambria Math" panose="02040503050406030204" pitchFamily="18" charset="0"/>
                          </a:rPr>
                          <m:t>jour</m:t>
                        </m:r>
                      </m:sub>
                    </m:sSub>
                    <m:r>
                      <a:rPr lang="fr-FR" sz="1400">
                        <a:latin typeface="Cambria Math" panose="02040503050406030204" pitchFamily="18" charset="0"/>
                      </a:rPr>
                      <m:t>=</m:t>
                    </m:r>
                    <m:sSup>
                      <m:sSupPr>
                        <m:ctrlPr>
                          <a:rPr lang="fr-FR" sz="1400">
                            <a:latin typeface="Cambria Math" panose="02040503050406030204" pitchFamily="18" charset="0"/>
                          </a:rPr>
                        </m:ctrlPr>
                      </m:sSupPr>
                      <m:e>
                        <m:r>
                          <a:rPr lang="fr-FR" sz="1400">
                            <a:latin typeface="Cambria Math" panose="02040503050406030204" pitchFamily="18" charset="0"/>
                          </a:rPr>
                          <m:t>10</m:t>
                        </m:r>
                      </m:e>
                      <m:sup>
                        <m:r>
                          <a:rPr lang="fr-FR" sz="1400">
                            <a:latin typeface="Cambria Math" panose="02040503050406030204" pitchFamily="18" charset="0"/>
                          </a:rPr>
                          <m:t>6</m:t>
                        </m:r>
                      </m:sup>
                    </m:sSup>
                    <m:r>
                      <a:rPr lang="fr-FR" sz="1400">
                        <a:latin typeface="Cambria Math" panose="02040503050406030204" pitchFamily="18" charset="0"/>
                      </a:rPr>
                      <m:t>×</m:t>
                    </m:r>
                    <m:sSub>
                      <m:sSubPr>
                        <m:ctrlPr>
                          <a:rPr lang="fr-FR" sz="1400" i="1">
                            <a:latin typeface="Cambria Math" panose="02040503050406030204" pitchFamily="18" charset="0"/>
                          </a:rPr>
                        </m:ctrlPr>
                      </m:sSubPr>
                      <m:e>
                        <m:r>
                          <a:rPr lang="fr-FR" sz="1400" i="1">
                            <a:latin typeface="Cambria Math" panose="02040503050406030204" pitchFamily="18" charset="0"/>
                          </a:rPr>
                          <m:t>𝐸</m:t>
                        </m:r>
                      </m:e>
                      <m:sub>
                        <m:r>
                          <a:rPr lang="fr-FR" sz="1400" i="1">
                            <a:latin typeface="Cambria Math" panose="02040503050406030204" pitchFamily="18" charset="0"/>
                          </a:rPr>
                          <m:t>𝑏</m:t>
                        </m:r>
                        <m:r>
                          <a:rPr lang="fr-FR" sz="1400">
                            <a:latin typeface="Cambria Math" panose="02040503050406030204" pitchFamily="18" charset="0"/>
                          </a:rPr>
                          <m:t>,</m:t>
                        </m:r>
                        <m:r>
                          <m:rPr>
                            <m:nor/>
                          </m:rPr>
                          <a:rPr lang="fr-FR" sz="1400">
                            <a:latin typeface="Cambria Math" panose="02040503050406030204" pitchFamily="18" charset="0"/>
                          </a:rPr>
                          <m:t>utile, émis</m:t>
                        </m:r>
                      </m:sub>
                    </m:sSub>
                    <m:r>
                      <a:rPr lang="fr-FR" sz="1400">
                        <a:latin typeface="Cambria Math" panose="02040503050406030204" pitchFamily="18" charset="0"/>
                      </a:rPr>
                      <m:t>=</m:t>
                    </m:r>
                    <m:sSup>
                      <m:sSupPr>
                        <m:ctrlPr>
                          <a:rPr lang="fr-FR" sz="1400">
                            <a:latin typeface="Cambria Math" panose="02040503050406030204" pitchFamily="18" charset="0"/>
                          </a:rPr>
                        </m:ctrlPr>
                      </m:sSupPr>
                      <m:e>
                        <m:r>
                          <a:rPr lang="fr-FR" sz="1400">
                            <a:latin typeface="Cambria Math" panose="02040503050406030204" pitchFamily="18" charset="0"/>
                          </a:rPr>
                          <m:t>10</m:t>
                        </m:r>
                      </m:e>
                      <m:sup>
                        <m:r>
                          <a:rPr lang="fr-FR" sz="1400">
                            <a:latin typeface="Cambria Math" panose="02040503050406030204" pitchFamily="18" charset="0"/>
                          </a:rPr>
                          <m:t>6</m:t>
                        </m:r>
                      </m:sup>
                    </m:sSup>
                    <m:r>
                      <a:rPr lang="fr-FR" sz="1400">
                        <a:latin typeface="Cambria Math" panose="02040503050406030204" pitchFamily="18" charset="0"/>
                      </a:rPr>
                      <m:t>×6,56×</m:t>
                    </m:r>
                    <m:sSup>
                      <m:sSupPr>
                        <m:ctrlPr>
                          <a:rPr lang="fr-FR" sz="1400">
                            <a:latin typeface="Cambria Math" panose="02040503050406030204" pitchFamily="18" charset="0"/>
                          </a:rPr>
                        </m:ctrlPr>
                      </m:sSupPr>
                      <m:e>
                        <m:r>
                          <a:rPr lang="fr-FR" sz="1400">
                            <a:latin typeface="Cambria Math" panose="02040503050406030204" pitchFamily="18" charset="0"/>
                          </a:rPr>
                          <m:t>10</m:t>
                        </m:r>
                      </m:e>
                      <m:sup>
                        <m:r>
                          <a:rPr lang="fr-FR" sz="1400">
                            <a:latin typeface="Cambria Math" panose="02040503050406030204" pitchFamily="18" charset="0"/>
                          </a:rPr>
                          <m:t>−7</m:t>
                        </m:r>
                      </m:sup>
                    </m:sSup>
                    <m:r>
                      <m:rPr>
                        <m:nor/>
                      </m:rPr>
                      <a:rPr lang="fr-FR" sz="1400">
                        <a:latin typeface="Cambria Math" panose="02040503050406030204" pitchFamily="18" charset="0"/>
                      </a:rPr>
                      <m:t> J</m:t>
                    </m:r>
                    <m:r>
                      <a:rPr lang="fr-FR" sz="1400">
                        <a:latin typeface="Cambria Math" panose="02040503050406030204" pitchFamily="18" charset="0"/>
                      </a:rPr>
                      <m:t>≈</m:t>
                    </m:r>
                    <m:r>
                      <a:rPr lang="fr-FR" sz="1400" b="1">
                        <a:latin typeface="Cambria Math" panose="02040503050406030204" pitchFamily="18" charset="0"/>
                      </a:rPr>
                      <m:t>𝟎</m:t>
                    </m:r>
                    <m:r>
                      <a:rPr lang="fr-FR" sz="1400">
                        <a:latin typeface="Cambria Math" panose="02040503050406030204" pitchFamily="18" charset="0"/>
                      </a:rPr>
                      <m:t>,</m:t>
                    </m:r>
                    <m:r>
                      <a:rPr lang="fr-FR" sz="1400" b="1">
                        <a:latin typeface="Cambria Math" panose="02040503050406030204" pitchFamily="18" charset="0"/>
                      </a:rPr>
                      <m:t>𝟔𝟓𝟔</m:t>
                    </m:r>
                    <m:r>
                      <m:rPr>
                        <m:nor/>
                      </m:rPr>
                      <a:rPr lang="fr-FR" sz="1400">
                        <a:latin typeface="Cambria Math" panose="02040503050406030204" pitchFamily="18" charset="0"/>
                      </a:rPr>
                      <m:t> J/jour</m:t>
                    </m:r>
                  </m:oMath>
                </a14:m>
                <a:endParaRPr lang="fr-FR" sz="1400" dirty="0"/>
              </a:p>
              <a:p>
                <a:pPr>
                  <a:lnSpc>
                    <a:spcPts val="1960"/>
                  </a:lnSpc>
                </a:pPr>
                <a:r>
                  <a:rPr lang="fr-FR" sz="1400" dirty="0">
                    <a:solidFill>
                      <a:schemeClr val="tx1"/>
                    </a:solidFill>
                    <a:latin typeface="IBM Plex Sans" pitchFamily="34" charset="0"/>
                    <a:ea typeface="IBM Plex Sans" pitchFamily="34" charset="-122"/>
                    <a:cs typeface="IBM Plex Sans" pitchFamily="34" charset="-120"/>
                  </a:rPr>
                  <a:t>Autonomie : </a:t>
                </a:r>
                <a14:m>
                  <m:oMath xmlns:m="http://schemas.openxmlformats.org/officeDocument/2006/math">
                    <m:sSub>
                      <m:sSubPr>
                        <m:ctrlPr>
                          <a:rPr lang="fr-FR" sz="1400" i="1">
                            <a:solidFill>
                              <a:schemeClr val="tx1"/>
                            </a:solidFill>
                            <a:latin typeface="Cambria Math" panose="02040503050406030204" pitchFamily="18" charset="0"/>
                            <a:ea typeface="IBM Plex Sans" pitchFamily="34" charset="-122"/>
                            <a:cs typeface="IBM Plex Sans" pitchFamily="34" charset="-120"/>
                          </a:rPr>
                        </m:ctrlPr>
                      </m:sSubPr>
                      <m:e>
                        <m:r>
                          <a:rPr lang="fr-FR" sz="1400" i="1">
                            <a:solidFill>
                              <a:schemeClr val="tx1"/>
                            </a:solidFill>
                            <a:latin typeface="Cambria Math" panose="02040503050406030204" pitchFamily="18" charset="0"/>
                            <a:ea typeface="IBM Plex Sans" pitchFamily="34" charset="-122"/>
                            <a:cs typeface="IBM Plex Sans" pitchFamily="34" charset="-120"/>
                          </a:rPr>
                          <m:t>𝐸</m:t>
                        </m:r>
                      </m:e>
                      <m:sub>
                        <m:r>
                          <a:rPr lang="fr-FR" sz="1400" i="1">
                            <a:solidFill>
                              <a:schemeClr val="tx1"/>
                            </a:solidFill>
                            <a:latin typeface="Cambria Math" panose="02040503050406030204" pitchFamily="18" charset="0"/>
                            <a:ea typeface="IBM Plex Sans" pitchFamily="34" charset="-122"/>
                            <a:cs typeface="IBM Plex Sans" pitchFamily="34" charset="-120"/>
                          </a:rPr>
                          <m:t>𝑏𝑎𝑡𝑡𝑒𝑟𝑖𝑒</m:t>
                        </m:r>
                      </m:sub>
                    </m:sSub>
                  </m:oMath>
                </a14:m>
                <a:r>
                  <a:rPr lang="fr-FR" sz="1400" dirty="0">
                    <a:solidFill>
                      <a:schemeClr val="tx1"/>
                    </a:solidFill>
                    <a:latin typeface="IBM Plex Sans" pitchFamily="34" charset="0"/>
                    <a:ea typeface="IBM Plex Sans" pitchFamily="34" charset="-122"/>
                    <a:cs typeface="IBM Plex Sans" pitchFamily="34" charset="-120"/>
                  </a:rPr>
                  <a:t>/</a:t>
                </a:r>
                <a14:m>
                  <m:oMath xmlns:m="http://schemas.openxmlformats.org/officeDocument/2006/math">
                    <m:sSub>
                      <m:sSubPr>
                        <m:ctrlPr>
                          <a:rPr lang="fr-FR" sz="1400" i="1">
                            <a:solidFill>
                              <a:schemeClr val="tx1"/>
                            </a:solidFill>
                            <a:latin typeface="Cambria Math" panose="02040503050406030204" pitchFamily="18" charset="0"/>
                            <a:ea typeface="IBM Plex Sans" pitchFamily="34" charset="-122"/>
                            <a:cs typeface="IBM Plex Sans" pitchFamily="34" charset="-120"/>
                          </a:rPr>
                        </m:ctrlPr>
                      </m:sSubPr>
                      <m:e>
                        <m:r>
                          <a:rPr lang="fr-FR" sz="1400" i="1">
                            <a:solidFill>
                              <a:schemeClr val="tx1"/>
                            </a:solidFill>
                            <a:latin typeface="Cambria Math" panose="02040503050406030204" pitchFamily="18" charset="0"/>
                            <a:ea typeface="IBM Plex Sans" pitchFamily="34" charset="-122"/>
                            <a:cs typeface="IBM Plex Sans" pitchFamily="34" charset="-120"/>
                          </a:rPr>
                          <m:t>𝐸</m:t>
                        </m:r>
                      </m:e>
                      <m:sub>
                        <m:r>
                          <a:rPr lang="fr-FR" sz="1400" i="1">
                            <a:solidFill>
                              <a:schemeClr val="tx1"/>
                            </a:solidFill>
                            <a:latin typeface="Cambria Math" panose="02040503050406030204" pitchFamily="18" charset="0"/>
                            <a:ea typeface="IBM Plex Sans" pitchFamily="34" charset="-122"/>
                            <a:cs typeface="IBM Plex Sans" pitchFamily="34" charset="-120"/>
                          </a:rPr>
                          <m:t>𝑗𝑜𝑢𝑟</m:t>
                        </m:r>
                      </m:sub>
                    </m:sSub>
                    <m:r>
                      <a:rPr lang="fr-FR" sz="1400" i="1">
                        <a:solidFill>
                          <a:schemeClr val="tx1"/>
                        </a:solidFill>
                        <a:latin typeface="Cambria Math" panose="02040503050406030204" pitchFamily="18" charset="0"/>
                        <a:ea typeface="IBM Plex Sans" pitchFamily="34" charset="-122"/>
                        <a:cs typeface="IBM Plex Sans" pitchFamily="34" charset="-120"/>
                      </a:rPr>
                      <m:t>=3</m:t>
                    </m:r>
                  </m:oMath>
                </a14:m>
                <a:r>
                  <a:rPr lang="fr-FR" sz="1400" dirty="0">
                    <a:solidFill>
                      <a:schemeClr val="tx1"/>
                    </a:solidFill>
                    <a:latin typeface="IBM Plex Sans" pitchFamily="34" charset="0"/>
                    <a:ea typeface="IBM Plex Sans" pitchFamily="34" charset="-122"/>
                    <a:cs typeface="IBM Plex Sans" pitchFamily="34" charset="-120"/>
                  </a:rPr>
                  <a:t>/</a:t>
                </a:r>
                <a14:m>
                  <m:oMath xmlns:m="http://schemas.openxmlformats.org/officeDocument/2006/math">
                    <m:r>
                      <a:rPr lang="fr-FR" sz="1400" i="1" dirty="0">
                        <a:solidFill>
                          <a:schemeClr val="tx1"/>
                        </a:solidFill>
                        <a:latin typeface="Cambria Math" panose="02040503050406030204" pitchFamily="18" charset="0"/>
                        <a:ea typeface="IBM Plex Sans" pitchFamily="34" charset="-122"/>
                        <a:cs typeface="IBM Plex Sans" pitchFamily="34" charset="-120"/>
                      </a:rPr>
                      <m:t>0,</m:t>
                    </m:r>
                    <m:r>
                      <a:rPr lang="fr-FR" sz="1400" b="0" i="1" dirty="0" smtClean="0">
                        <a:solidFill>
                          <a:schemeClr val="tx1"/>
                        </a:solidFill>
                        <a:latin typeface="Cambria Math" panose="02040503050406030204" pitchFamily="18" charset="0"/>
                        <a:ea typeface="IBM Plex Sans" pitchFamily="34" charset="-122"/>
                        <a:cs typeface="IBM Plex Sans" pitchFamily="34" charset="-120"/>
                      </a:rPr>
                      <m:t>656</m:t>
                    </m:r>
                    <m:r>
                      <a:rPr lang="fr-FR" sz="1400" i="1" dirty="0">
                        <a:solidFill>
                          <a:schemeClr val="tx1"/>
                        </a:solidFill>
                        <a:latin typeface="Cambria Math" panose="02040503050406030204" pitchFamily="18" charset="0"/>
                        <a:ea typeface="IBM Plex Sans" pitchFamily="34" charset="-122"/>
                        <a:cs typeface="IBM Plex Sans" pitchFamily="34" charset="-120"/>
                      </a:rPr>
                      <m:t>=</m:t>
                    </m:r>
                  </m:oMath>
                </a14:m>
                <a:r>
                  <a:rPr lang="fr-FR" sz="1400" dirty="0">
                    <a:solidFill>
                      <a:schemeClr val="tx1"/>
                    </a:solidFill>
                    <a:latin typeface="IBM Plex Sans" pitchFamily="34" charset="0"/>
                    <a:ea typeface="IBM Plex Sans" pitchFamily="34" charset="-122"/>
                    <a:cs typeface="IBM Plex Sans" pitchFamily="34" charset="-120"/>
                  </a:rPr>
                  <a:t> </a:t>
                </a:r>
                <a:r>
                  <a:rPr lang="fr-FR" sz="1400" b="1" dirty="0">
                    <a:latin typeface="IBM Plex Sans" pitchFamily="34" charset="0"/>
                    <a:ea typeface="IBM Plex Sans" pitchFamily="34" charset="-122"/>
                    <a:cs typeface="IBM Plex Sans" pitchFamily="34" charset="-120"/>
                  </a:rPr>
                  <a:t>4,57</a:t>
                </a:r>
                <a:r>
                  <a:rPr lang="fr-FR" sz="1400" b="1" dirty="0">
                    <a:solidFill>
                      <a:schemeClr val="tx1"/>
                    </a:solidFill>
                    <a:latin typeface="IBM Plex Sans" pitchFamily="34" charset="0"/>
                    <a:ea typeface="IBM Plex Sans" pitchFamily="34" charset="-122"/>
                    <a:cs typeface="IBM Plex Sans" pitchFamily="34" charset="-120"/>
                  </a:rPr>
                  <a:t> jours d’autonomie</a:t>
                </a:r>
              </a:p>
            </p:txBody>
          </p:sp>
        </mc:Choice>
        <mc:Fallback>
          <p:sp>
            <p:nvSpPr>
              <p:cNvPr id="22" name="Text 3">
                <a:extLst>
                  <a:ext uri="{FF2B5EF4-FFF2-40B4-BE49-F238E27FC236}">
                    <a16:creationId xmlns:a16="http://schemas.microsoft.com/office/drawing/2014/main" id="{F93BB4C9-37F7-93EC-F8B2-A41B75C48DA9}"/>
                  </a:ext>
                </a:extLst>
              </p:cNvPr>
              <p:cNvSpPr>
                <a:spLocks noRot="1" noChangeAspect="1" noMove="1" noResize="1" noEditPoints="1" noAdjustHandles="1" noChangeArrowheads="1" noChangeShapeType="1" noTextEdit="1"/>
              </p:cNvSpPr>
              <p:nvPr/>
            </p:nvSpPr>
            <p:spPr>
              <a:xfrm>
                <a:off x="1121537" y="4433311"/>
                <a:ext cx="9512935" cy="1518920"/>
              </a:xfrm>
              <a:prstGeom prst="rect">
                <a:avLst/>
              </a:prstGeom>
              <a:blipFill>
                <a:blip r:embed="rId4"/>
                <a:stretch>
                  <a:fillRect l="-1153" t="-3614" b="-2410"/>
                </a:stretch>
              </a:blipFill>
              <a:ln/>
            </p:spPr>
            <p:txBody>
              <a:bodyPr/>
              <a:lstStyle/>
              <a:p>
                <a:r>
                  <a:rPr lang="fr-FR">
                    <a:noFill/>
                  </a:rPr>
                  <a:t> </a:t>
                </a:r>
              </a:p>
            </p:txBody>
          </p:sp>
        </mc:Fallback>
      </mc:AlternateContent>
    </p:spTree>
  </p:cSld>
  <p:clrMapOvr>
    <a:masterClrMapping/>
  </p:clrMapOvr>
</p:sld>
</file>

<file path=ppt/theme/theme1.xml><?xml version="1.0" encoding="utf-8"?>
<a:theme xmlns:a="http://schemas.openxmlformats.org/drawingml/2006/main" name="SIT213 – Restitution du simulateur de transmission">
  <a:themeElements>
    <a:clrScheme name="SIT213 – Restitution du simulateur de transmission">
      <a:dk1>
        <a:srgbClr val="17202A"/>
      </a:dk1>
      <a:lt1>
        <a:srgbClr val="F4F1EA"/>
      </a:lt1>
      <a:dk2>
        <a:srgbClr val="4E545A"/>
      </a:dk2>
      <a:lt2>
        <a:srgbClr val="DEDCD7"/>
      </a:lt2>
      <a:accent1>
        <a:srgbClr val="2457C5"/>
      </a:accent1>
      <a:accent2>
        <a:srgbClr val="F0A24A"/>
      </a:accent2>
      <a:accent3>
        <a:srgbClr val="5D6670"/>
      </a:accent3>
      <a:accent4>
        <a:srgbClr val="C9D3DF"/>
      </a:accent4>
      <a:accent5>
        <a:srgbClr val="9FB0C3"/>
      </a:accent5>
      <a:accent6>
        <a:srgbClr val="9AA0A6"/>
      </a:accent6>
      <a:hlink>
        <a:srgbClr val="0563C1"/>
      </a:hlink>
      <a:folHlink>
        <a:srgbClr val="954F72"/>
      </a:folHlink>
    </a:clrScheme>
    <a:fontScheme name="SIT213 – Restitution du simulateur de transmiss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EB193B5ACBE284E9D91330A089B7F3A" ma:contentTypeVersion="5" ma:contentTypeDescription="Crée un document." ma:contentTypeScope="" ma:versionID="d2a0dd25a168111444257ad12e79bd9a">
  <xsd:schema xmlns:xsd="http://www.w3.org/2001/XMLSchema" xmlns:xs="http://www.w3.org/2001/XMLSchema" xmlns:p="http://schemas.microsoft.com/office/2006/metadata/properties" xmlns:ns3="9c6b09a9-ab98-4c1d-b3f0-e98d2adc29df" targetNamespace="http://schemas.microsoft.com/office/2006/metadata/properties" ma:root="true" ma:fieldsID="c121eb3a28d1ade21b078931365d63c8" ns3:_="">
    <xsd:import namespace="9c6b09a9-ab98-4c1d-b3f0-e98d2adc29d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6b09a9-ab98-4c1d-b3f0-e98d2adc29d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c6b09a9-ab98-4c1d-b3f0-e98d2adc29df" xsi:nil="true"/>
  </documentManagement>
</p:properties>
</file>

<file path=customXml/itemProps1.xml><?xml version="1.0" encoding="utf-8"?>
<ds:datastoreItem xmlns:ds="http://schemas.openxmlformats.org/officeDocument/2006/customXml" ds:itemID="{61283F8D-FF47-4051-A6FF-0D5CE249DDA5}">
  <ds:schemaRefs>
    <ds:schemaRef ds:uri="http://schemas.microsoft.com/sharepoint/v3/contenttype/forms"/>
  </ds:schemaRefs>
</ds:datastoreItem>
</file>

<file path=customXml/itemProps2.xml><?xml version="1.0" encoding="utf-8"?>
<ds:datastoreItem xmlns:ds="http://schemas.openxmlformats.org/officeDocument/2006/customXml" ds:itemID="{4B82EC20-863F-497D-AA10-2898D04FB2B0}">
  <ds:schemaRefs>
    <ds:schemaRef ds:uri="9c6b09a9-ab98-4c1d-b3f0-e98d2adc29d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1BA5C8A-1A6A-4A0B-B563-206221CD932C}">
  <ds:schemaRefs>
    <ds:schemaRef ds:uri="http://schemas.microsoft.com/office/2006/metadata/properties"/>
    <ds:schemaRef ds:uri="http://schemas.openxmlformats.org/package/2006/metadata/core-properties"/>
    <ds:schemaRef ds:uri="9c6b09a9-ab98-4c1d-b3f0-e98d2adc29df"/>
    <ds:schemaRef ds:uri="http://purl.org/dc/dcmitype/"/>
    <ds:schemaRef ds:uri="http://purl.org/dc/elements/1.1/"/>
    <ds:schemaRef ds:uri="http://purl.org/dc/terms/"/>
    <ds:schemaRef ds:uri="http://schemas.microsoft.com/office/2006/documentManagement/type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2817</Words>
  <Application>Microsoft Office PowerPoint</Application>
  <PresentationFormat>Grand écran</PresentationFormat>
  <Paragraphs>315</Paragraphs>
  <Slides>19</Slides>
  <Notes>18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19</vt:i4>
      </vt:variant>
    </vt:vector>
  </HeadingPairs>
  <TitlesOfParts>
    <vt:vector size="25" baseType="lpstr">
      <vt:lpstr>Arial</vt:lpstr>
      <vt:lpstr>Calibri</vt:lpstr>
      <vt:lpstr>Cambria Math</vt:lpstr>
      <vt:lpstr>Google Sans Text</vt:lpstr>
      <vt:lpstr>IBM Plex Sans</vt:lpstr>
      <vt:lpstr>SIT213 – Restitution du simulateur de transmission</vt:lpstr>
      <vt:lpstr>Simulateur d'une chaîne de transmission numérique</vt:lpstr>
      <vt:lpstr>Plan de la présentation</vt:lpstr>
      <vt:lpstr>Organisation de l'équipe</vt:lpstr>
      <vt:lpstr>Une organisation à toute épreuve, même pendant le blocus...</vt:lpstr>
      <vt:lpstr>Outils et gestion des versions</vt:lpstr>
      <vt:lpstr>Tests et validation du simulateur</vt:lpstr>
      <vt:lpstr>Produit développé : capacités</vt:lpstr>
      <vt:lpstr>Transmission non bruitée</vt:lpstr>
      <vt:lpstr>Canal bruité : TEB en fonction de Eb/N0</vt:lpstr>
      <vt:lpstr>Trajets multiples</vt:lpstr>
      <vt:lpstr>Codage canal</vt:lpstr>
      <vt:lpstr>Présentation PowerPoint</vt:lpstr>
      <vt:lpstr>Environnement 1 : énergie minimale, sans codage</vt:lpstr>
      <vt:lpstr>Environnement 1 : impact du code correcteur</vt:lpstr>
      <vt:lpstr>Environnement 2 : débit maximal</vt:lpstr>
      <vt:lpstr>Environnement 2 : viser un TEB de 10⁻³</vt:lpstr>
      <vt:lpstr>Bonus trajets multiples : sondage du canal</vt:lpstr>
      <vt:lpstr>Bilan et limites du simulateur</vt:lpstr>
      <vt:lpstr>Annexe : calculs détaillés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SIT213 – Restitution du simulateur de transmission</dc:title>
  <dc:subject/>
  <dc:creator>Yann Plougonven</dc:creator>
  <cp:lastModifiedBy>Yann Plougonven</cp:lastModifiedBy>
  <cp:revision>1</cp:revision>
  <dcterms:created xsi:type="dcterms:W3CDTF">2026-10-15T14:07:32Z</dcterms:created>
  <dcterms:modified xsi:type="dcterms:W3CDTF">2026-10-15T23:08:58Z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0x010100DEB193B5ACBE284E9D91330A089B7F3A</vt:lpwstr>
  </property>
</Properties>
</file>